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88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Общее время: 6 уровней по 9 минут = 54 минуты работы плюс разбор. Рассчитано на спаренное занятие.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Отметка по уровню, а не по числу задач. Решил одну на 9 — получил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Обойти класс, проверить у всех запуск среды.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Частая ошибка в задаче 2: print("imya") — выведет слово, а не значение.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Требовать осмысленные имена переменных.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20 и 24; 60;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Ключевой уровень: здесь впервые нужны // и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 ч 40 мин; 4 и 7; 6 групп и 1 остался.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В задаче 11 половина класса напишет sek // 60 — это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16; 1 ч 2 мин 5 с; 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Подсказку к задаче 13 давать только через 5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13: трюк со сложением. Разобрать по шагам на доске.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минут. Решения не подсказывать. Кто решил — объясняет классу у доски.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16 — классический приём: сумма плюс модуль разности пополам. Разобрать обязательно, даже если никто не решил.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распечатать и раздать.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слове dlina вторая буква — строчная латинская L, не единица.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на Python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задач · 6 уровней · по 9 минут на уровень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уровня — слайд с решениями. Сверяете сами.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 задачу уровня N — получи N баллов. Отметка по самой сложной решённой.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4617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— два слайда в конце. Смотреть можно всегда.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считаются баллы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Десятибалльная система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5—6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экран, переменные, простые расчёты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16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7—8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8163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81635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Целочисленное деление и остаток, разбор числа на цифры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9534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8953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Повышенный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89534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действий подряд, нужна своя догадка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7433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9743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Олимпиадный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97433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Приём, которого не было на уроке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6035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каждый уровень — 9 минут. Затем слайд с решениями: сверяете и ставите себе отметку честно.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Визитка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три строки: фамилию и имя, класс, школу.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Мусоев Фаррух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класс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Школа № 12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 три переменные и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каждую с подписью.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81144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текст и число в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строке.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66760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31352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Мой класс: 10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Визитка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print("Мусоев Фаррух")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print("10 класс")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print("Школа № 12")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3566160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685032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Мусоев Фаррух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класс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Школа № 12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855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команды print.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print("Имя:", imya)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klass)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— без кавычек.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print("Мой класс:", klass)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3566160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3685032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Мой класс: 10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4288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запятую — пробел ставится сам.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 периметр и площадь.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Периметр: 20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Площадь: 24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стоит 5 сомони. Куплено 12 штук.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cena = 5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 = 12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51572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52760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Стоимость: 60 сомони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 возраст по году рождения.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 = 2010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seychas = 2025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Возраст: 15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847088"/>
            <a:ext cx="3108960" cy="2660904"/>
          </a:xfrm>
          <a:prstGeom prst="roundRect">
            <a:avLst>
              <a:gd name="adj" fmla="val 179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 * (dlina + shirina)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dlina * shirina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S)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690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983480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102352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Периметр: 20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Площадь: 24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* (a + b).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944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cena = 5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 = 12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itog = cena * kol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print("Стоимость:", itog)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4165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5354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Стоимость: 60 сомони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в переменную.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 = 2010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seychas = 2025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vozrast = seychas - god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print("Возраст:", vozrast)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4165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5354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Возраст: 15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Обычное вычитание.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в часы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Переведи минуты в часы и оставшиеся минуты.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minuty = 100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95528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4873752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92624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Часы: 1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Минуты: 40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числа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десятки и единицы двузначного числа.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Десятки: 4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Единицы: 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учеников делят на группы по 4. Сколько полных групп и сколько осталось?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vsego = 25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v_gruppe = 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Групп: 6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Осталось: 1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в часы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minuty = 100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minuty // 60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minuty % 60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print("Часы:", ch)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print("Минуты:", m)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7000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188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Часы: 1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Минуты: 40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705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— целая часть, % — остаток.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числа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47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print("Десятки:", n // 10)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print("Единицы:", n % 10)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581144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49624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68496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Десятки: 4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Единицы: 7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855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приём, что и в задаче 7.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2542032"/>
          </a:xfrm>
          <a:prstGeom prst="roundRect">
            <a:avLst>
              <a:gd name="adj" fmla="val 179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vsego = 25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v_gruppe = 4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vsego // v_gruppe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vsego % v_gruppe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print("Групп:", g)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print("Осталось:", o)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690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983480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5102352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Групп: 6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Осталось: 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видно, зачем два деления.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цифр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сумму цифр трёхзначного числа.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цифр: 16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Переведи секунды в часы, минуты и секунды.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 = 3725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ч 2 мин 5 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Произведение цифр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произведение цифр трёхзначного числа.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472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Произведение: 56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цифр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 // 100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 // 10 % 10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 % 10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a + b + c)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цифр: 16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+ 8 + 5 = 16.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 = 3725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sek // 3600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sek % 3600 // 60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sek % 60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print(ch, "ч", m, "мин", s)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ч 2 мин 5 с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— из остатка, не sek // 60.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Произведение цифр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472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 // 100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 // 10 %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print("Итог:", a * b * c)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Произведение: 56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* 7 * 2 = 56.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Повышенный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Поменяй значения местами без третьей переменной и без записи a, b = b, 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наоборот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трёхзначное число цифрами в обратном порядке.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Наоборот: 583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четырёх цифр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сумму цифр четырёхзначного числа.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2837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Сумма: 20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2542032"/>
          </a:xfrm>
          <a:prstGeom prst="roundRect">
            <a:avLst>
              <a:gd name="adj" fmla="val 179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 + b   #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- b   # 7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 - b   # 3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 =", a)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 =", b)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690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983480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102352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7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хранит оба значения.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наоборот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 // 100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 // 10 %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print(c*100 + b*10 + a)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Наоборот: 583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и собрать заново.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четырёх цифр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2837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 // 1000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 // 100 %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 // 10 %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a+b+c+d)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Сумма: 20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+ 8 + 3 + 7 = 20.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Олимпиадный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без сравнения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наибольшее из двух чисел. Без условного оператора и без max.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14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23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Наибольшее: 23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Перестановка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Поменяй местами первую и последнюю цифры четырёхзначного числа.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1234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4231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цифр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цифра трёхзначного числа уходит в конец.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Сдвиг: 853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без сравнения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14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23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(a+b+abs(a-b)) // 2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print("Наибольшее:", m)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4165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5354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Наибольшее: 23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abs() даёт модуль числа.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Перестановка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1234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 // 1000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n %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 = n // 10 % 100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print(z*1000 + sr*10 + p)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700016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818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4231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остаётся на месте.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цифр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 // 100      # 3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 = n % 100     # 85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print("Сдвиг:", ost*10 + p)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13308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25196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Сдвиг: 853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4855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 → 853.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 перед глазами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5010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print("Привет!")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print(10)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10)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 кавычках. Числа — без кавычек.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30352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325112"/>
            <a:ext cx="50109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print(imya)     # Фаррух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print("imya")   # imya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116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0116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0116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615184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61518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151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6151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218688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2186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218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 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2186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3822192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82219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8221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8221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442569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42569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44256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// 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442569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9360" y="502920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50292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5029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50292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9360" y="5632704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56327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406640" y="56327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** 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56327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49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числа на цифры и частые ошибки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числа на цифры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50109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sotni = n // 100       # 3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desyatki = n // 10 % 10  # 8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edinicy = n % 10       # 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обратно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4370832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edinicy*100 + desyatki*10 + sotni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583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49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числа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5760720"/>
            <a:ext cx="530352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587959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abs(-7)   # 7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48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408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кавычка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779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'(' was never closed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72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скобка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47472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5112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'Print' is not defined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803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— маленькими буквами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20624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242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indent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535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пробел в начале строки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93776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974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only concatenate str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266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число — через запятую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566928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7058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'dlina' is not defined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998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Опечатка в имени переменной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6446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сообщении всегда есть номер строки. Смотри сначала туда.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1822</Words>
  <Application>Microsoft Office PowerPoint</Application>
  <PresentationFormat>Широкоэкранный</PresentationFormat>
  <Paragraphs>497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4</cp:revision>
  <dcterms:created xsi:type="dcterms:W3CDTF">2026-09-11T15:55:44Z</dcterms:created>
  <dcterms:modified xsi:type="dcterms:W3CDTF">2026-09-12T10:57:58Z</dcterms:modified>
</cp:coreProperties>
</file>