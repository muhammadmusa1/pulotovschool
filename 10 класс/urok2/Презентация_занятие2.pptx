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Проверка присутствующих. Далее блиц-опрос по домашнему заданию.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определённость; массовость. По 1 баллу за верный ответ. Спросить 5-6 разных учеников.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Дать классу высказаться 2-3 минуты. Не давать готовый ответ — он появится к середине занятия.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Подчеркнуть: алгоритмизация — это то, что делается ДО компьютера, в голове и в тетради.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способа — ядро занятия. Дальше каждый разбирается отдельно на одной и той же задаче.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Дать время перерисовать обозначения в тетрадь. Без этого практическая часть не пойдёт.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Блок-схему нарисовать на доске, пока класс перерисовывает. Это образец для практической части.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Слово «алгоритм» — от имени аль-Хорезми. Он записывал точные шаги решения задач: это и есть исток 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 занятия. Показать рядом с псевдокодом с предыдущего слайда.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Раздать карточки. Обойти класс, контролировать парность выходов из ромба.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Дополнительно для быстрых: убрать кавычку, прочитать сообщение, назвать номер строки, исправить.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Первые два задания выполняются в тетради, компьютер не нужен.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Выставить отметки. Собрать тетради выборочно для проверки блок-схем.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4FD1E0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Алгоритмизация.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Алгоритмические языки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Информатика · 10 класс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научимся записывать алгоритм так, чтобы его понял компьютер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Вспомним прошлое занятие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Блиц-опрос: отвечает тот, кого назову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алгоритм?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78308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Точное предписание исполнителю выполнить конечную последовательность действий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15768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715768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Назовите свойства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715768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Дискретность, определённость, конечность, результативность, массовость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648456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648456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«Возьми немного риса»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3648456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Какое свойство нарушено?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581144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581144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«Раздели 20 на 4»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4581144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здесь какое?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513832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513832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пример алгоритма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5513832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повседневной жизни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 на сегодня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881360" cy="2103120"/>
          </a:xfrm>
          <a:prstGeom prst="roundRect">
            <a:avLst>
              <a:gd name="adj" fmla="val 3478"/>
            </a:avLst>
          </a:prstGeom>
          <a:solidFill>
            <a:srgbClr val="221C42"/>
          </a:solidFill>
          <a:ln w="19050">
            <a:solidFill>
              <a:srgbClr val="F2789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9202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записали в тетради алгоритм приготовления чая своими словами и передали товарищу. Он выполнил не то, что вы имели в виду.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78892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чём причина? Как записать тот же алгоритм так, чтобы его нельзя было понять иначе?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425196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ещё вопрос потруднее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663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как записать этот же алгоритм для компьютера, который вообще не понимает человеческих слов?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на оба вопроса — тема сегодняшнего занятия.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Алгоритмизация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Алгоритмизация — это составление алгоритма для решения задачи. Прежде чем писать программу, задачу раскладывают на последовательность точных шагов.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2560320" cy="1783080"/>
          </a:xfrm>
          <a:prstGeom prst="roundRect">
            <a:avLst>
              <a:gd name="adj" fmla="val 3077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3657600"/>
            <a:ext cx="420624" cy="42062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42245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617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получить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38144" y="3429000"/>
            <a:ext cx="2560320" cy="1783080"/>
          </a:xfrm>
          <a:prstGeom prst="roundRect">
            <a:avLst>
              <a:gd name="adj" fmla="val 3077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94176" y="3657600"/>
            <a:ext cx="420624" cy="420624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94176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94176" y="42245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694176" y="4617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Точные шаги решения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36208" y="3429000"/>
            <a:ext cx="2560320" cy="1783080"/>
          </a:xfrm>
          <a:prstGeom prst="roundRect">
            <a:avLst>
              <a:gd name="adj" fmla="val 3077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3657600"/>
            <a:ext cx="420624" cy="42062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2245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617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на языке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034272" y="3429000"/>
            <a:ext cx="2560320" cy="1783080"/>
          </a:xfrm>
          <a:prstGeom prst="roundRect">
            <a:avLst>
              <a:gd name="adj" fmla="val 3077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90304" y="3657600"/>
            <a:ext cx="420624" cy="420624"/>
          </a:xfrm>
          <a:prstGeom prst="ellipse">
            <a:avLst/>
          </a:prstGeom>
          <a:solidFill>
            <a:srgbClr val="F2789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90304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90304" y="42245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290304" y="4617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Совпал ли результат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пропускает второй шаг — переписывает программу по три раза.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способа записи алгоритма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применяется в своём случае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32688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Словесный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651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Обычным языком, предложениями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Объяснить человеку. Беда: допускает двоякое толкование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61688" y="182880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54296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Псевдокод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54296" y="2651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Кратко, по образцу языка программирования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54296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Обдумать решение до написания программы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83296" y="182880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75904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Блок-схема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651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Графически, условными обозначениями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логику: виден весь путь сразу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Записывать в тетрадь: название способа и когда он применяется.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Условные обозначения блок-схемы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в тетрадь с образцами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Овал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Начало и конец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7830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Ровно одно начало; концов может быть несколько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834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Параллелограмм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834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и вывод данных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8346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Указывается, какая величина вводится или выводится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886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Прямоугольник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3886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Действие, вычисление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886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вход, один выход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9377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Ромб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49377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условия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9377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вход, ДВА выхода; оба подписываются «да» и «нет»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частая ошибка: из ромба рисуют один выход. Их всегда два, и оба подписаны.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задача — три записи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Периметр и площадь прямоугольника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47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Словесная запись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Взять длину и ширину; сложить и умножить на два — периметр; умножить длину на ширину — площадь; вывести оба результата.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Псевдокод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09360" y="2240280"/>
            <a:ext cx="5212080" cy="1847088"/>
          </a:xfrm>
          <a:prstGeom prst="roundRect">
            <a:avLst>
              <a:gd name="adj" fmla="val 247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0528" y="2368296"/>
            <a:ext cx="48463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начало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дано: длина, ширина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периметр = 2 * (длина + ширина)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площадь  = длина * ширина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вывести периметр, площадь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конец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315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Блок-схема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7091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овал «начало» → параллелограмм «ввод длины и ширины» → прямоугольник «вычислить периметр» → прямоугольник «вычислить площадь» → параллелограмм «вывод результатов» → овал «конец»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записи — один и тот же алгоритм. Меняется только форма.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Алгоритмический язык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82880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Алгоритмический язык — язык для записи алгоритмов. У него строгие правила: каждая запись понимается единственным образом. Поэтому его понимает не только человек, но и машина.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221C42"/>
          </a:solidFill>
          <a:ln w="19050">
            <a:solidFill>
              <a:srgbClr val="F2789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429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Обычный язык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8862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«Добавь немного соли»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«Иди, пока не устанешь»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понимает по-своему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329184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3429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Алгоритмический язык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8862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perimetr = 2 * (dlina + shirina)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Понимается единственным образом — и человеком, и машиной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Языки программирования — это алгоритмические языки. В нашем курсе — Python.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Четвёртая запись: на языке программирования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же задача, что и на прошлом слайде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2359152"/>
          </a:xfrm>
          <a:prstGeom prst="roundRect">
            <a:avLst>
              <a:gd name="adj" fmla="val 1938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911096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dlina = 6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shirina = 4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perimetr = 2 * (dlina + shirina)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ploshad = dlina * shirina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print("Периметр:", perimetr)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print("Площадь:", ploshad)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43800" y="178308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18120" y="1901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выведет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818120" y="2331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Периметр: 20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Площадь: 24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43800" y="3520440"/>
            <a:ext cx="3977640" cy="1828800"/>
          </a:xfrm>
          <a:prstGeom prst="roundRect">
            <a:avLst>
              <a:gd name="adj" fmla="val 4000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18120" y="3639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404164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псевдокода отличается почти ничем. Но эту запись компьютер уже может выполнить.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Вот зачем нужна алгоритмизация: сначала алгоритм, потом перевод на язык. Не наоборот.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Практика. Этап первый: тетрадь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в парах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работаем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231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записывает псевдокод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строит блок-схему по линейке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Сверяете работы между собой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карточек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4231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1—3 выполняют все.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4—6 — по мере готовности.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закончили: составьте схему с ветвлением внутри ветвления.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5537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Взаимопроверка — по этим признакам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98348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начало и хотя бы один конец  ·  обозначения применены верно  ·  оба выхода из ромба подписаны  ·  нет разрывов между блоками  ·  псевдокод соответствует схеме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Практика. Этап второй: компьютер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Переводим алгоритм на язык программирования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38528"/>
            <a:ext cx="438912" cy="438912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8308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Запустить среду со съёмного носителя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807208"/>
            <a:ext cx="438912" cy="438912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807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65176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Набрать и запустить вывод: приветствие и своё имя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675888"/>
            <a:ext cx="438912" cy="438912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6758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5204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программой задачу 2: периметр и площадь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544568"/>
            <a:ext cx="438912" cy="438912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544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38912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Проверить: при 6 и 4 должно выйти 20 и 24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413248"/>
            <a:ext cx="438912" cy="438912"/>
          </a:xfrm>
          <a:prstGeom prst="ellipse">
            <a:avLst/>
          </a:prstGeom>
          <a:solidFill>
            <a:srgbClr val="F2789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5413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525780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Изменить значения на свои и проверить снова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увидел ошибку — сначала прочитай сообщение и найди номер строки, потом поднимай руку.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Домашнее задание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7830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8745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Блок-схема алгоритма «перейти улицу по светофору» с ветвлением; оба выхода из ромба подписать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1089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32004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псевдокодом алгоритм расчёта стоимости покупки по цене и количеству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43484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есть компьютер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452628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этот алгоритм программой и проверить на двух наборах данных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Учебник: § ______, стр. ______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188720"/>
            <a:ext cx="4937760" cy="493776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 занятия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7315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Алгоритмизация — составить алгоритм до написания программы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способа записи: словесный, псевдокод, блок-схема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ромба всегда два выхода, и оба подписаны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Алгоритмический язык понимается единственным образом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 программирования — это алгоритмический язык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394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следующем занятии: программа научится принимать данные с клавиатуры.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2026-09-10T17:04:38Z</dcterms:created>
  <dcterms:modified xsi:type="dcterms:W3CDTF">2026-09-10T17:04:38Z</dcterms:modified>
</cp:coreProperties>
</file>