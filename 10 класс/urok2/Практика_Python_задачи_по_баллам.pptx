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Раздать листы задач. Объяснить правило: балл задачи равен отметке. Решил на 7 — получил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Подчеркнуть: не число решённых задач, а уровень. Решил одну на 9 — получил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1: три print. Задача 2: print("Имя:", imya) и так далее. Частая ошибка — переменная взята в кавычки.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20 и 24; 60. Требовать осмысленные имена переменных, не a и 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1 час 40 минут; 4 и 7. Здесь впервые становится ясно, зачем нужны два вида деления.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Ответы: 16; 1 ч 2 мин 5 с. Задача 8 — самая частая ошибка: берут sek // 60 вместо sek % 3600 // 60.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9: a = a + b; b = a - b; a = a - b. Задача 10: (n%10)*100 + (n//10%10)*10 + n//100 = 583.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Задача 11: (a + b + abs(a - b)) // 2 = 23. Приём: сумма плюс модуль разности, делённые пополам. Задача 12: последняя*1000 + (n//10%100)*10 + первая = 4231. Кто решил хотя бы одну — получает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Шпаргалку можно распечатать и раздать отдельно.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Внимание: в слове dlina вторая буква — строчная латинская L, не единица.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Задачи на 10 баллов — добровольные. Кто решил, разбирает у доски для всего класса.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371600"/>
            <a:ext cx="5669280" cy="5669280"/>
          </a:xfrm>
          <a:prstGeom prst="ellipse">
            <a:avLst/>
          </a:prstGeom>
          <a:solidFill>
            <a:srgbClr val="8B7C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291840"/>
            <a:ext cx="4023360" cy="4023360"/>
          </a:xfrm>
          <a:prstGeom prst="ellipse">
            <a:avLst/>
          </a:prstGeom>
          <a:solidFill>
            <a:srgbClr val="E8B84B">
              <a:alpha val="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ПРАКТИЧЕСКАЯ РАБОТА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Задачи на Python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3017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Вывод, переменные, арифметика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50392" y="36576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Двенадцать задач, шесть уровней. Реши задачу уровня N — получи N баллов.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50392" y="420624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Шпаргалка — на последних двух слайдах. Смотреть можно всем и всегда.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считаются баллы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Десятибалльная система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41832"/>
          </a:xfrm>
          <a:prstGeom prst="roundRect">
            <a:avLst>
              <a:gd name="adj" fmla="val 6796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691640"/>
            <a:ext cx="1371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DD6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5—6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691640"/>
            <a:ext cx="2560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1691640"/>
            <a:ext cx="6035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на экран, переменные, простые расчёты. Решают все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881360" cy="941832"/>
          </a:xfrm>
          <a:prstGeom prst="roundRect">
            <a:avLst>
              <a:gd name="adj" fmla="val 6796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2788920"/>
            <a:ext cx="1371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D1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7—8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2468880" y="2788920"/>
            <a:ext cx="2560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788920"/>
            <a:ext cx="6035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Целочисленное деление и остаток. Разбор числа на цифры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941832"/>
          </a:xfrm>
          <a:prstGeom prst="roundRect">
            <a:avLst>
              <a:gd name="adj" fmla="val 6796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3886200"/>
            <a:ext cx="1371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7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2468880" y="3886200"/>
            <a:ext cx="2560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Повышенный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886200"/>
            <a:ext cx="6035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действий подряд, собственная догадка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10881360" cy="941832"/>
          </a:xfrm>
          <a:prstGeom prst="roundRect">
            <a:avLst>
              <a:gd name="adj" fmla="val 6796"/>
            </a:avLst>
          </a:prstGeom>
          <a:solidFill>
            <a:srgbClr val="221C42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4983480"/>
            <a:ext cx="137160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B8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2468880" y="4983480"/>
            <a:ext cx="25603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Олимпиадный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4983480"/>
            <a:ext cx="6035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 с приёмом, которого не было на уроке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40080" y="6080760"/>
            <a:ext cx="10881360" cy="548640"/>
          </a:xfrm>
          <a:prstGeom prst="roundRect">
            <a:avLst>
              <a:gd name="adj" fmla="val 11667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6080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— по самой сложной решённой задаче. Программа должна запускаться и выводить правильный ответ.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БАЛЛОВ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971800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Базовый уровень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384048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0" y="384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решают все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463040"/>
            <a:ext cx="475488" cy="47548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Визитка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299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Выведи на экран три строки: свою фамилию и имя, класс, название школы.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218688"/>
            <a:ext cx="4754880" cy="1014984"/>
          </a:xfrm>
          <a:prstGeom prst="roundRect">
            <a:avLst>
              <a:gd name="adj" fmla="val 450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328416"/>
            <a:ext cx="4425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Мусоев Фаррух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класс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Школа № 12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Нужны три команды print, текст в кавычках.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234440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1463040"/>
            <a:ext cx="475488" cy="47548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7395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92240" y="20299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Объяви три переменные: imya, klass, ball. Выведи каждую с подписью.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92240" y="3218688"/>
            <a:ext cx="4754880" cy="1014984"/>
          </a:xfrm>
          <a:prstGeom prst="roundRect">
            <a:avLst>
              <a:gd name="adj" fmla="val 450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3328416"/>
            <a:ext cx="4425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imya = "Фаррух"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klass = 10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 4.5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43708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4645152"/>
            <a:ext cx="4754880" cy="1014984"/>
          </a:xfrm>
          <a:prstGeom prst="roundRect">
            <a:avLst>
              <a:gd name="adj" fmla="val 4505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4754880"/>
            <a:ext cx="4425696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Имя: Фаррух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Класс: 10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Балл: 4.5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760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print("Имя:", imya) — переменная без кавычек.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3DD6A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БАЛЛОВ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971800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Базовый уровень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384048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221C42"/>
          </a:solidFill>
          <a:ln w="158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0" y="384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арифметика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463040"/>
            <a:ext cx="475488" cy="47548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Прямоугольник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299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Даны длина и ширина. Вычисли периметр и площадь, выведи с подписями.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218688"/>
            <a:ext cx="4754880" cy="768096"/>
          </a:xfrm>
          <a:prstGeom prst="roundRect">
            <a:avLst>
              <a:gd name="adj" fmla="val 595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328416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dlina = 6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shirina = 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1239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398264"/>
            <a:ext cx="4754880" cy="768096"/>
          </a:xfrm>
          <a:prstGeom prst="roundRect">
            <a:avLst>
              <a:gd name="adj" fmla="val 595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507992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Периметр: 20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Площадь: 24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2760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Периметр = 2 * (длина + ширина).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1463040"/>
            <a:ext cx="475488" cy="475488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Покупка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0299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Тетрадь стоит 5 сомони. Куплено 12 штук. Посчитай стоимость покупки.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3218688"/>
            <a:ext cx="4754880" cy="768096"/>
          </a:xfrm>
          <a:prstGeom prst="roundRect">
            <a:avLst>
              <a:gd name="adj" fmla="val 595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328416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cena = 5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kol = 12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41239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4398264"/>
            <a:ext cx="475488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4507992"/>
            <a:ext cx="4425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Стоимость: 60 сомони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вычисления сохрани в переменную.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БАЛЛОВ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971800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Основной уровень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384048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0" y="384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деление // и %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463040"/>
            <a:ext cx="475488" cy="47548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Минуты в часы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299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 число минут. Переведи в часы и оставшиеся минуты.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218688"/>
            <a:ext cx="475488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328416"/>
            <a:ext cx="4425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minuty = 100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77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151376"/>
            <a:ext cx="4754880" cy="768096"/>
          </a:xfrm>
          <a:prstGeom prst="roundRect">
            <a:avLst>
              <a:gd name="adj" fmla="val 595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261104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Часы: 1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Минуты: 40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 — целая часть от деления на 60, минуты — остаток.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1463040"/>
            <a:ext cx="475488" cy="47548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Цифры числа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0299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 двузначное число. Выведи отдельно его десятки и единицы.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3218688"/>
            <a:ext cx="475488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328416"/>
            <a:ext cx="4425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47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877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4151376"/>
            <a:ext cx="4754880" cy="768096"/>
          </a:xfrm>
          <a:prstGeom prst="roundRect">
            <a:avLst>
              <a:gd name="adj" fmla="val 595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4261104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Десятки: 4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Единицы: 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// 10 и n % 10.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4FD1E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БАЛЛОВ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971800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Основной уровень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384048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221C42"/>
          </a:solidFill>
          <a:ln w="15875">
            <a:solidFill>
              <a:srgbClr val="4FD1E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0" y="384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два-три действия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463040"/>
            <a:ext cx="475488" cy="47548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цифр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299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 трёхзначное число. Найди сумму его цифр.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218688"/>
            <a:ext cx="475488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328416"/>
            <a:ext cx="4425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385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77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151376"/>
            <a:ext cx="475488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261104"/>
            <a:ext cx="4425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Сумма цифр: 16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823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Сотни: n // 100. Десятки: n // 10 % 10. Единицы: n % 10.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221C42"/>
          </a:solidFill>
          <a:ln w="19050">
            <a:solidFill>
              <a:srgbClr val="4FD1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1463040"/>
            <a:ext cx="475488" cy="475488"/>
          </a:xfrm>
          <a:prstGeom prst="ellipse">
            <a:avLst/>
          </a:prstGeom>
          <a:solidFill>
            <a:srgbClr val="4FD1E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Секунды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0299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 число секунд. Переведи в часы, минуты и секунды.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3218688"/>
            <a:ext cx="475488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328416"/>
            <a:ext cx="4425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sek = 3725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877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4151376"/>
            <a:ext cx="475488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4261104"/>
            <a:ext cx="4425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ч 2 мин 5 с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7823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Минуты: остаток от деления на 3600, затем разделить на 60.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8B7CF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БАЛЛОВ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971800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Повышенный уровень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384048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221C42"/>
          </a:solidFill>
          <a:ln w="15875">
            <a:solidFill>
              <a:srgbClr val="8B7CF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0" y="384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нужна догадка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463040"/>
            <a:ext cx="475488" cy="475488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Обмен без третьей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299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Две переменные. Поменяй их значения местами, не заводя третью переменную и не применяя запись a, b = b, a.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218688"/>
            <a:ext cx="4754880" cy="768096"/>
          </a:xfrm>
          <a:prstGeom prst="roundRect">
            <a:avLst>
              <a:gd name="adj" fmla="val 595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328416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7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1239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398264"/>
            <a:ext cx="4754880" cy="768096"/>
          </a:xfrm>
          <a:prstGeom prst="roundRect">
            <a:avLst>
              <a:gd name="adj" fmla="val 595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507992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3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7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2760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Попробуй сложение и вычитание. Три строки.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221C42"/>
          </a:solidFill>
          <a:ln w="19050">
            <a:solidFill>
              <a:srgbClr val="8B7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1463040"/>
            <a:ext cx="475488" cy="475488"/>
          </a:xfrm>
          <a:prstGeom prst="ellipse">
            <a:avLst/>
          </a:prstGeom>
          <a:solidFill>
            <a:srgbClr val="8B7CF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наоборот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0299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 трёхзначное число. Выведи число, записанное теми же цифрами в обратном порядке.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3218688"/>
            <a:ext cx="475488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328416"/>
            <a:ext cx="4425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385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877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4151376"/>
            <a:ext cx="475488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4261104"/>
            <a:ext cx="4425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Наоборот: 583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7823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Разбери на цифры, затем собери обратно: единицы умножь на 100.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286000" cy="566928"/>
          </a:xfrm>
          <a:prstGeom prst="roundRect">
            <a:avLst>
              <a:gd name="adj" fmla="val 16129"/>
            </a:avLst>
          </a:prstGeom>
          <a:solidFill>
            <a:srgbClr val="E8B84B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840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100" kern="0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БАЛЛОВ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2971800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Олимпиадный уровень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778240" y="384048"/>
            <a:ext cx="2926080" cy="566928"/>
          </a:xfrm>
          <a:prstGeom prst="roundRect">
            <a:avLst>
              <a:gd name="adj" fmla="val 16129"/>
            </a:avLst>
          </a:prstGeom>
          <a:solidFill>
            <a:srgbClr val="221C42"/>
          </a:solidFill>
          <a:ln w="15875">
            <a:solidFill>
              <a:srgbClr val="E8B84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0" y="384048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приёма не было на уроке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234440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221C4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463040"/>
            <a:ext cx="475488" cy="47548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9611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Максимум без сравнения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0299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Даны два числа. Найди наибольшее, не применяя условный оператор и функцию max. Только арифметика.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3218688"/>
            <a:ext cx="4754880" cy="768096"/>
          </a:xfrm>
          <a:prstGeom prst="roundRect">
            <a:avLst>
              <a:gd name="adj" fmla="val 595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328416"/>
            <a:ext cx="44256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14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23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4123944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4400" y="4398264"/>
            <a:ext cx="475488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97280" y="4507992"/>
            <a:ext cx="4425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Наибольшее: 23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Подсказка: пригодится модуль разности. Функция abs() даёт модуль числа.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1234440"/>
            <a:ext cx="5303520" cy="5074920"/>
          </a:xfrm>
          <a:prstGeom prst="roundRect">
            <a:avLst>
              <a:gd name="adj" fmla="val 1441"/>
            </a:avLst>
          </a:prstGeom>
          <a:solidFill>
            <a:srgbClr val="221C42"/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1463040"/>
            <a:ext cx="475488" cy="475488"/>
          </a:xfrm>
          <a:prstGeom prst="ellipse">
            <a:avLst/>
          </a:prstGeom>
          <a:solidFill>
            <a:srgbClr val="E8B84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73952" y="14630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14630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Перестановка цифр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6492240" y="2029968"/>
            <a:ext cx="4754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 четырёхзначное число. Поменяй местами первую и последнюю цифры, остальные оставь на месте.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492240" y="2944368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Дано: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92240" y="3218688"/>
            <a:ext cx="475488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675120" y="3328416"/>
            <a:ext cx="4425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1234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387705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Должно вывести: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92240" y="4151376"/>
            <a:ext cx="475488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4261104"/>
            <a:ext cx="442569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Результат: 4231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78231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Выдели первую цифру, последнюю и две средние по отдельности.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Шпаргалка · 1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Держи перед глазами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на экран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03520" cy="1261872"/>
          </a:xfrm>
          <a:prstGeom prst="roundRect">
            <a:avLst>
              <a:gd name="adj" fmla="val 3623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67128"/>
            <a:ext cx="497433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print("Привет!")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print(10)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print("Класс:", 10)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print("a", "b", sep=" | ")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— в кавычках. Числа — без кавычек.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31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Переменные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640080" y="4343400"/>
            <a:ext cx="5303520" cy="1755648"/>
          </a:xfrm>
          <a:prstGeom prst="roundRect">
            <a:avLst>
              <a:gd name="adj" fmla="val 2604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453128"/>
            <a:ext cx="4974336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imya = "Фаррух"   # текст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klass = 10        # целое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ball = 4.5        # дробное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print(imya)    # Фаррух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print("imya")  # imya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Арифметика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6309360" y="205740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205740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0574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+ 2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0" y="20574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9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260604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26060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6060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7 - 2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0" y="26060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09360" y="315468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46520" y="315468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315468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* 2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0" y="315468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370332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46520" y="370332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315200" y="370332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2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9144000" y="370332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3.5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309360" y="425196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46520" y="425196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7315200" y="425196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// 2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9144000" y="425196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3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9360" y="480060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221C42"/>
          </a:solidFill>
          <a:ln w="19050">
            <a:solidFill>
              <a:srgbClr val="3DD6A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46520" y="480060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D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7315200" y="480060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7 % 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0" y="480060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1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9360" y="5349240"/>
            <a:ext cx="5212080" cy="475488"/>
          </a:xfrm>
          <a:prstGeom prst="roundRect">
            <a:avLst>
              <a:gd name="adj" fmla="val 11538"/>
            </a:avLst>
          </a:prstGeom>
          <a:solidFill>
            <a:srgbClr val="221C42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446520" y="5349240"/>
            <a:ext cx="731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7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7315200" y="5349240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** 2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9144000" y="5349240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49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309360" y="5989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как в математике: сначала * и /, потом + и -. Скобки меняют порядок.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Шпаргалка ·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1155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9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числа на цифры и частые ошибки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45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числа на цифры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03520" cy="1508760"/>
          </a:xfrm>
          <a:prstGeom prst="roundRect">
            <a:avLst>
              <a:gd name="adj" fmla="val 3030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167128"/>
            <a:ext cx="497433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385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sotni = n // 100      # 3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desyatki = n // 10 % 10  # 8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edinicy = n % 10      # 5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566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B7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Собрать число обратно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5303520" cy="768096"/>
          </a:xfrm>
          <a:prstGeom prst="roundRect">
            <a:avLst>
              <a:gd name="adj" fmla="val 595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087368"/>
            <a:ext cx="49743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itog = edinicy * 100 + desyatki * 10 + sotni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print(itog)   # 583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0749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Полезная функция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640080" y="5486400"/>
            <a:ext cx="5303520" cy="521208"/>
          </a:xfrm>
          <a:prstGeom prst="roundRect">
            <a:avLst>
              <a:gd name="adj" fmla="val 8772"/>
            </a:avLst>
          </a:prstGeom>
          <a:solidFill>
            <a:srgbClr val="0E0B1F"/>
          </a:solidFill>
          <a:ln w="12700">
            <a:solidFill>
              <a:srgbClr val="3A316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596128"/>
            <a:ext cx="497433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abs(-7)   # 7  — модуль числа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6459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27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Частые ошибки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6309360" y="2057400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12700">
            <a:solidFill>
              <a:srgbClr val="F2789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084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unterminated string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2359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закрыта кавычка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743200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12700">
            <a:solidFill>
              <a:srgbClr val="F2789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770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'(' was never closed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92240" y="30449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закрыта скобка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429000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12700">
            <a:solidFill>
              <a:srgbClr val="F2789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92240" y="3456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'Print' is not defined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37307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Пиши print маленькими буквами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114800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12700">
            <a:solidFill>
              <a:srgbClr val="F2789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41422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unexpected indent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4165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Убери пробел в начале строки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4800600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12700">
            <a:solidFill>
              <a:srgbClr val="F2789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4828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 only concatenate str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51023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и число — через запятую, не через плюс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5486400"/>
            <a:ext cx="5212080" cy="603504"/>
          </a:xfrm>
          <a:prstGeom prst="roundRect">
            <a:avLst>
              <a:gd name="adj" fmla="val 9091"/>
            </a:avLst>
          </a:prstGeom>
          <a:solidFill>
            <a:srgbClr val="221C42"/>
          </a:solidFill>
          <a:ln w="12700">
            <a:solidFill>
              <a:srgbClr val="F2789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55138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D1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 'dlina' is not defined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578815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Опечатка в имени переменной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626364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D1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сообщении об ошибке всегда есть номер строки. Смотри сначала туда.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1188720"/>
            <a:ext cx="4937760" cy="4937760"/>
          </a:xfrm>
          <a:prstGeom prst="ellipse">
            <a:avLst/>
          </a:prstGeom>
          <a:solidFill>
            <a:srgbClr val="E8B84B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3716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сдавать работу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468880"/>
            <a:ext cx="7315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Начинай с задач на 5 баллов и поднимайся выше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Каждую программу запусти и сверь с ожидаемым выводом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Ошибка? Прочитай сообщение, найди номер строки, исправь сам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Готовую задачу показывай сразу — проверяю по ходу урока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Отметка — по самой сложной решённой задаче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440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получается задача на 10? Это нормально — её приём мы ещё не проходили. Попробуй догадаться сам.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2026-09-11T15:46:47Z</dcterms:created>
  <dcterms:modified xsi:type="dcterms:W3CDTF">2026-09-11T15:46:47Z</dcterms:modified>
</cp:coreProperties>
</file>