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262" r:id="rId6"/>
    <p:sldId id="263" r:id="rId7"/>
    <p:sldId id="275" r:id="rId8"/>
    <p:sldId id="264" r:id="rId9"/>
    <p:sldId id="265" r:id="rId10"/>
    <p:sldId id="266" r:id="rId11"/>
    <p:sldId id="267" r:id="rId12"/>
    <p:sldId id="268" r:id="rId13"/>
    <p:sldId id="276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8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присутствующих. Далее блиц-опрос по домашнему заданию.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определённость; массовость. По 1 баллу за верный ответ. Спросить 5-6 разных учеников.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Алгоритмизация — то, что делается ДО компьютера: в голове и в тетради.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способа — ядро занятия. Дальше каждый разбирается отдельно на одной и той же задаче.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бабушке — словесным, компьютеру — на языке программирования. Смысл вопроса: способ выбирается под адресата. 1 балл за оба ответа.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время перерисовать обозначения в тетрадь. Без этого практическая часть не пойдёт.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у ромба два выхода, подписаны «да» и «нет»; начало ровно одно. По 1 баллу.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Блок-схему нарисовать на доске, пока класс перерисовывает. Это образец для практической части.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различие: псевдокод не запускается, код запускается. Разница между строками 2 и 4 минимальна — в этом и мысль.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Образец: начало / дано: a, b / среднее = (a + b) / 2 / вывести среднее / конец. 2 балла за верную структуру и вычисление, 1 балл — если только вычисление.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Слово «алгоритм» — от имени аль-Хорезми. Он записывал точные шаги решения задач: это и есть исток 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занятия. Показать рядом с псевдокодом с предыдущего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Нарисовать эту схему на доске вместе с классом. Домашнее задание со светофором строится точно так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карточки. Обойти класс, контролировать парность выходов из ромба.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Дополнительно для быстрых: убрать кавычку, прочитать сообщение, назвать номер строки, исправить.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два задания выполняются в тетради, компьютер не нужен.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 Собрать тетради выборочно для проверки блок-схем.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Алгоритмизация.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Алгоритмические языки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научимся записывать алгоритм так, чтобы его понял компьютер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Вспомним прошлое занятие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Блиц-опрос: отвечает тот, кого назову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алгоритм?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830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предписание исполнителю выполнить конечную последовательность действий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1576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Назовите свойства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715768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Дискретность, определённость, конечность, результативность, массовость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64845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«Возьми немного риса»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64845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свойство нарушено?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8114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«Раздели 20 на 4»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581144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здесь какое?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13832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51383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пример алгоритма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5513832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повседневной жизни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Алгоритмизация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Алгоритмизация — составление алгоритма до написания программы. Задачу раскладывают на последовательность точных шагов.</a:t>
            </a:r>
            <a:endParaRPr lang="en-US" sz="2400" b="1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получить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35808" y="3630168"/>
            <a:ext cx="384048" cy="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38144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шаги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33872" y="3630168"/>
            <a:ext cx="384048" cy="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36208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на языке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31936" y="3630168"/>
            <a:ext cx="384048" cy="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34272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25712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125712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совпал ли результат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0080" y="4526279"/>
            <a:ext cx="10881360" cy="1417319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жизни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01091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Заказать пиццу — это не «хочу пиццу». Это: позвонить, назвать адрес, выбрать, оплатить, дождаться. Продумали шаги — получили пиццу. Не продумали — остались голодными.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пропускает второй шаг — переписывает программу по три раза.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способа записи алгоритма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применяется в своём случае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Словесный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Обычным языком, предложениями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человеку. Беда: допускает двоякое толкование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54296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Псевдокод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Кратко, по образцу языка программирования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Обдумать решение до написания программы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blurRad="101600" dist="635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5904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Графически, условными обозначениями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логику: виден весь путь сразу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Записывать в тетрадь: название способа и когда он применяется.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Каким способом объясните алгоритм бабушке?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вторым вопросом: каким способом объясните его компьютеру?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Условные обозначения блок-схемы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в тетрадь с образцами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и конец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83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одно начало; концов может быть несколько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34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Параллелограмм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834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и вывод данных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34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Указывается, какая величина вводится или выводится</a:t>
            </a:r>
            <a:endParaRPr lang="en-US" sz="2000" b="1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886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886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Действие, вычисление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886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вход, один выход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Ромб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условия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937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вход, ДВА выхода; оба подписываются «да» и «нет»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частая ошибка: из ромба рисуют один выход. Их всегда два, и оба подписаны.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5C537C-1753-98EF-B505-6A46D21D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1203"/>
            <a:ext cx="12187761" cy="665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4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БЛИЦ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выходов у ромба и как они подписаны?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второй вопрос: сколько начал может быть у алгоритма?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задача — три записи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 и площадь прямоугольника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847088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Словесная запись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6829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длину и ширину; сложить и умножить на два — периметр; умножить длину на ширину — площадь; вывести оба результата.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Псевдокод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2176272"/>
            <a:ext cx="5212080" cy="1911096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0528" y="2368296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начало</a:t>
            </a:r>
            <a:endParaRPr lang="en-US" sz="20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дано: длина, ширина</a:t>
            </a:r>
            <a:endParaRPr lang="en-US" sz="20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периметр = 2 * (длина + ширина)</a:t>
            </a:r>
            <a:endParaRPr lang="en-US" sz="20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площадь  = длина * ширина</a:t>
            </a:r>
            <a:endParaRPr lang="en-US" sz="20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вывести периметр, площадь</a:t>
            </a:r>
            <a:endParaRPr lang="en-US" sz="20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конец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091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 «начало» → параллелограмм «ввод длины и ширины» → прямоугольник «вычислить периметр» → прямоугольник «вычислить площадь» → параллелограмм «вывод результатов» → овал «конец»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записи — один и тот же алгоритм. Меняется только форма.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записи одного алгоритма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Меняется форма — алгоритм остаётся тем же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2C25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83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выглядит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применяется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3957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Словесный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957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«Взять длину и ширину, сложить, умножить на два...»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человеку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32841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Псевдокод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32841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периметр = 2 * (длина + ширина)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33284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Обдумать решение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26110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26110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 → параллелограмм → прямоугольник → овал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42611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логику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193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519379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perimetr = 2 * (dlina + shirina)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51937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на компьютере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617220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61722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Псевдокод — это черновик. Компьютер его не выполнит. Он нужен, чтобы не запутаться до того, как сядешь за компьютер.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· ПИСЬМЕННО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Запишите псевдокодом: среднее двух чисел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Начало, дано, вычисление, вывод, конец. Пять строк.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Алгоритмический язык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Алгоритмический язык — язык для записи алгоритмов. У него строгие правила: каждая запись понимается единственным образом. Поэтому его понимает не только человек, но и машина.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язык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86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«Добавь немного соли»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«Иди, пока не устанешь»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понимает по-своему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72200" y="32918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Алгоритмический язык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886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 = 2 * (dlina + shirina)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Понимается единственным образом — и человеком, и машиной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программирования — это алгоритмические языки. В нашем курсе — Python.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F33CE-013D-D9F7-91FD-253D047F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6095999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7EC67C-CDDE-868A-AA70-F474AFDE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42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Четвёртая запись: на языке программирования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задача, что и на прошлом слайде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2359152"/>
          </a:xfrm>
          <a:prstGeom prst="roundRect">
            <a:avLst>
              <a:gd name="adj" fmla="val 193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perimetr = 2 * (dlina + shirina)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ploshad = dlina * shirina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print("Периметр:", perimetr)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print("Площадь:", ploshad)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выведет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Периметр: 20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Площадь: 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43800" y="35204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псевдокода отличается почти ничем. Но эту запись компьютер уже может выполнить.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4864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 при наборе: в слове dlina вторая буква — строчная латинская L, а не единица и не заглавная i.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зачем нужна алгоритмизация: сначала алгоритм, потом перевод на язык. Не наоборот.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Блок-схема с ветвлением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Такую вы построите сами — и такая будет в домашнем задании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31920" y="1691640"/>
            <a:ext cx="2011680" cy="54864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31920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37760" y="2240280"/>
            <a:ext cx="0" cy="32004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94760" y="2560320"/>
            <a:ext cx="2286000" cy="548640"/>
          </a:xfrm>
          <a:prstGeom prst="parallelogram">
            <a:avLst/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числа 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37760" y="3108960"/>
            <a:ext cx="0" cy="32004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3429000"/>
            <a:ext cx="2926080" cy="1051560"/>
          </a:xfrm>
          <a:prstGeom prst="flowChartDecision">
            <a:avLst/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3429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0 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3959352"/>
            <a:ext cx="685800" cy="0"/>
          </a:xfrm>
          <a:prstGeom prst="line">
            <a:avLst/>
          </a:prstGeom>
          <a:noFill/>
          <a:ln w="25400">
            <a:solidFill>
              <a:srgbClr val="3DD6A0"/>
            </a:solidFill>
            <a:prstDash val="solid"/>
            <a:head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154680" y="33101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959352"/>
            <a:ext cx="1737360" cy="0"/>
          </a:xfrm>
          <a:prstGeom prst="line">
            <a:avLst/>
          </a:prstGeom>
          <a:noFill/>
          <a:ln w="25400">
            <a:solidFill>
              <a:srgbClr val="F2789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766560" y="33101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685032"/>
            <a:ext cx="2377440" cy="548640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685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«плюс»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685032"/>
            <a:ext cx="2377440" cy="548640"/>
          </a:xfrm>
          <a:prstGeom prst="rect">
            <a:avLst/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3685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«минус»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57400" y="4233672"/>
            <a:ext cx="0" cy="105156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4233672"/>
            <a:ext cx="0" cy="105156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5285232"/>
            <a:ext cx="7269480" cy="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5285232"/>
            <a:ext cx="0" cy="27432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31920" y="5559552"/>
            <a:ext cx="2011680" cy="54864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31920" y="5559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ветви сходятся в один конец. Оба выхода из ромба подписаны — это обязательно.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первый: тетрадь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записывает псевдокод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строит блок-схему по линейке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Сверяете работы между собой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карточек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 выполняют все.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4—6 — по мере готовности.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закончили: составьте схему с ветвлением внутри ветвления.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Взаимопроверка — по этим признакам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9834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начало и хотя бы один конец  ·  обозначения применены верно  ·  оба выхода из ромба подписаны  ·  нет разрывов между блоками  ·  псевдокод соответствует схеме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второй: компьютер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Переводим алгоритм на язык программирования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83664"/>
            <a:ext cx="402336" cy="402336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среду со съёмного носителя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596896"/>
            <a:ext cx="402336" cy="402336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9631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Набрать и запустить вывод: приветствие и своё имя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310128"/>
            <a:ext cx="402336" cy="402336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20954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программой задачу 2: периметр и площадь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23360"/>
            <a:ext cx="402336" cy="402336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2277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Проверить: при 6 и 4 должно выйти 20 и 24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636008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736592"/>
            <a:ext cx="402336" cy="402336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63600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значения на свои и проверить снова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начать — шаблон: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49440" y="2194560"/>
            <a:ext cx="4572000" cy="822960"/>
          </a:xfrm>
          <a:prstGeom prst="roundRect">
            <a:avLst>
              <a:gd name="adj" fmla="val 5556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50608" y="23225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print("Привет, меня зовут Фаррух")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print("Мне 15 лет")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задача 2: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9440" y="3703320"/>
            <a:ext cx="4572000" cy="1847088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50608" y="3831336"/>
            <a:ext cx="42062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perimetr = 2 * (dlina + shirina)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ploshad = dlina * shirina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print("Периметр:", perimetr)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print("Площадь:", ploshad)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увидел ошибку — сначала прочитай сообщение и найди номер строки, потом поднимай руку.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алгоритма «перейти улицу по светофору» с ветвлением; оба выхода из ромба подписать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32004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псевдокодом алгоритм расчёта стоимости покупки по цене и количеству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348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5262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этот алгоритм программой и проверить на двух наборах данных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задание в дневник. Первые два пункта выполняются в тетради — компьютер не нужен.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Алгоритмизация — составить алгоритм до написания программы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записи: словесный, псевдокод, блок-схема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ромба всегда два выхода, и оба подписаны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Алгоритмический язык понимается единственным образом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программирования — это алгоритмический язык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94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принимать данные с клавиатуры.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1440</Words>
  <Application>Microsoft Office PowerPoint</Application>
  <PresentationFormat>Широкоэкранный</PresentationFormat>
  <Paragraphs>228</Paragraphs>
  <Slides>19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2</cp:revision>
  <dcterms:created xsi:type="dcterms:W3CDTF">2026-09-10T17:13:50Z</dcterms:created>
  <dcterms:modified xsi:type="dcterms:W3CDTF">2026-09-11T15:52:25Z</dcterms:modified>
</cp:coreProperties>
</file>