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Блиц по домашнему заданию: цикл, тело цикла, константа и переменная, четыре типа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 класс: какие ещё устройства принимают решения по условию.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Связь с прошлым занятием: логический тип уже встречался в теме типов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Записать в тетрадь. Дальше — таблица истинности.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Записать таблицу в тетрадь. Всего две строки — но на них строится всё дальнейшее.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Проверить любую строку программой: обе записи дают одинаковый результат при любых значениях.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Запустить оба варианта на экране при prepyatstvie = True и zaryad = 5. Разница видна сразу.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Заполнять вместе с классом, строку за строкой.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Запустить на экране, поменять температуру на 22 и показать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not prepyatstvie and zaryad &gt; 10. Обратить внимание: not относится только к первой величине.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Разобрать, почему нельзя написать not (prepyatstvie and zaryad &gt; 10) — смысл изменится.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Запустить оба выражения на экране.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Правило позволяет упрощать условия. Проверить программой на практике.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True и False. В первой строке сначала False and False даёт False, затем True or False даёт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Разобрать по шагам на доске.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vozrast &lt; 18 и temperatura != 20. Проверить программой на нескольких значениях.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обе записи верны, но вторая понятнее следующему читателю кода.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Честно: нейросеть выдаёт вероятность, а не истину. Логика применяется на последнем шаге — при сравнении с порогом. Поэтому ИИ ошибается: порог выбирает человек.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карточки. Ответ на ловушку: число 11 само по себе истинно.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Задание 5 намеренно показывает силу скобок.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Учебник: параграф и страницы вписать.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Выставить отметки. Собрать тетради выборочно.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3DD6A0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№4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Логика: И, ИЛИ, НЕ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принимают решения умный дом, робот и автопилот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Информатика · 10 класс · 90 минут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это работает прямо сейчас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устройство принимает решение по условию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дом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517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Включить обогрев, если температура ниже 18 И кто-то дома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Робот-пылесос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517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Ехать вперёд, если НЕТ препятствия И заряд больше 10 процентов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206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Автопилот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800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Тормозить, если впереди помеха И скорость больше нуля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17920" y="402336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4206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 с ИИ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800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Подать сигнал, если распознан объект И уверенность выше порога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всех четырёх случаях работает одно и то же — логическое условие.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Логическая величина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82880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Принимает только два значения: истина и ложь. В программе — True и False.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Такое значение даёт любое сравнение: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794760"/>
            <a:ext cx="10881360" cy="1298448"/>
          </a:xfrm>
          <a:prstGeom prst="roundRect">
            <a:avLst>
              <a:gd name="adj" fmla="val 4225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3931920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temperatura &lt; 18     -&gt;  True или False</a:t>
            </a:r>
            <a:endParaRPr lang="en-US" sz="2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zaryad &gt; 10          -&gt;  True или False</a:t>
            </a:r>
            <a:endParaRPr lang="en-US" sz="2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== 3               -&gt;  False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 умного дома не «понимает» температуру. Он отвечает на вопрос: условие выполнено или нет.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операции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429000" cy="393192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057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7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37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Меняет значение на противоположное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5720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Применяется к одной величине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1688" y="1828800"/>
            <a:ext cx="3429000" cy="393192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2057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337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Истина, только если истинны обе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45720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оба условия сразу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83296" y="1828800"/>
            <a:ext cx="3429000" cy="393192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7616" y="2057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ИЛИ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3337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Ложь, только если ложны обе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45720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Достаточно одного условия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строгая — требует оба. ИЛИ снисходительная — хватает одного.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Операция НЕ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простая на вид и самая коварная на деле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0" cy="2148840"/>
          </a:xfrm>
          <a:prstGeom prst="roundRect">
            <a:avLst>
              <a:gd name="adj" fmla="val 3830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231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Переворачивает значение. Было истинно — стало ложно, и наоборот.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532120" y="1783080"/>
            <a:ext cx="2926080" cy="658368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32120" y="17830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503920" y="1783080"/>
            <a:ext cx="2926080" cy="658368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0" y="17830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532120" y="2496312"/>
            <a:ext cx="2926080" cy="65836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249631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503920" y="2496312"/>
            <a:ext cx="2926080" cy="65836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0" y="249631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532120" y="3209544"/>
            <a:ext cx="2926080" cy="65836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32120" y="320954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503920" y="3209544"/>
            <a:ext cx="2926080" cy="65836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0" y="320954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3977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Применяется к ОДНОЙ величине — в отличие от and и or, которым нужны две.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10881360" cy="1956816"/>
          </a:xfrm>
          <a:prstGeom prst="roundRect">
            <a:avLst>
              <a:gd name="adj" fmla="val 2804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4663440"/>
            <a:ext cx="105156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True)     # False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False)    # True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zanyato = True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zanyato)  # False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со сравнениями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отрицание можно записать короче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(a &gt; b)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 же, что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&lt;= b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 больше» значит «меньше или равно»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80720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(a &lt; b)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8072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 же, что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80720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&gt;= b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80720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 меньше» значит «больше или равно»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831336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83133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(a == b)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3831336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 же, что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831336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!= b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83133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 равно» — есть готовый знак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4855464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85546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(a &gt;= b)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485546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 же, что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85546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78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&lt; b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85546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отрицание убирает «или равно»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035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Робот-пылесос: not (zaryad &gt; 10) — то же самое, что zaryad &lt;= 10. Вторая запись короче и понятнее.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ошибаются с НЕ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чему относится отрицание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 едет вперёд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60120" y="2468880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2606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prepyatstvie and zaryad &gt; 10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37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относится только к препятствию. Заряд проверяется отдельно.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Другой смысл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492240" y="2468880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606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(prepyatstvie and zaryad &gt; 10)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337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относится ко всему условию сразу. Это уже другое правило.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1088136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5720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Проверим на данных: препятствие есть, заряд 5 процентов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512064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запись даёт False — робот стоит. Правильно.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 запись даёт True — робот поедет прямо в препятствие с разряженной батареей.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Таблица истинности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при всех возможных наборах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377440" cy="786384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017520" y="1874520"/>
            <a:ext cx="2377440" cy="786384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17520" y="187452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394960" y="1874520"/>
            <a:ext cx="3063240" cy="786384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94960" y="1874520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458200" y="1874520"/>
            <a:ext cx="3063240" cy="786384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1874520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 B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2715768"/>
            <a:ext cx="23774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71576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017520" y="2715768"/>
            <a:ext cx="23774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271576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394960" y="2715768"/>
            <a:ext cx="30632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271576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458200" y="2715768"/>
            <a:ext cx="30632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58200" y="271576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40080" y="3557016"/>
            <a:ext cx="23774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557016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3017520" y="3557016"/>
            <a:ext cx="23774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17520" y="3557016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394960" y="3557016"/>
            <a:ext cx="30632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94960" y="3557016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8458200" y="3557016"/>
            <a:ext cx="30632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58200" y="3557016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640080" y="4398264"/>
            <a:ext cx="23774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3982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3017520" y="4398264"/>
            <a:ext cx="23774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17520" y="43982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5394960" y="4398264"/>
            <a:ext cx="30632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94960" y="4398264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8458200" y="4398264"/>
            <a:ext cx="30632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58200" y="4398264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640080" y="5239512"/>
            <a:ext cx="23774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5239512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3017520" y="5239512"/>
            <a:ext cx="23774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017520" y="5239512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5394960" y="5239512"/>
            <a:ext cx="30632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394960" y="523951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8458200" y="5239512"/>
            <a:ext cx="3063240" cy="786384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458200" y="523951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1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величины — четыре набора. Три величины — восемь. Число строк удваивается.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Умный дом: два датчика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6766560" cy="2286000"/>
          </a:xfrm>
          <a:prstGeom prst="roundRect">
            <a:avLst>
              <a:gd name="adj" fmla="val 24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9659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temperatura = 17</a:t>
            </a:r>
            <a:endParaRPr lang="en-US" sz="2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 = True</a:t>
            </a:r>
            <a:endParaRPr lang="en-US" sz="2100" dirty="0"/>
          </a:p>
          <a:p>
            <a:pPr indent="0" marL="0">
              <a:lnSpc>
                <a:spcPct val="112000"/>
              </a:lnSpc>
              <a:buNone/>
            </a:pPr>
            <a:endParaRPr lang="en-US" sz="2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vklyuchit = temperatura &lt; 18 and doma</a:t>
            </a:r>
            <a:endParaRPr lang="en-US" sz="2100" dirty="0"/>
          </a:p>
          <a:p>
            <a:pPr indent="0" marL="0">
              <a:lnSpc>
                <a:spcPct val="112000"/>
              </a:lnSpc>
              <a:buNone/>
            </a:pPr>
            <a:endParaRPr lang="en-US" sz="2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print(vklyuchit)   # True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589520" y="1828800"/>
            <a:ext cx="393192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and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2560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Греть пустой дом незачем. Нужны оба условия сразу.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589520" y="3931920"/>
            <a:ext cx="3931920" cy="1920240"/>
          </a:xfrm>
          <a:prstGeom prst="roundRect">
            <a:avLst>
              <a:gd name="adj" fmla="val 4286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0" y="4114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Проверьте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46634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температуре 22 результат станет False. Обогрев не включится.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работает любой термостат: два датчика соединены операцией И.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УСТНО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0" y="384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балл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Робот едет вперёд. При каком условии?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154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ехать = НЕТ препятствия  И  заряд больше 10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931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Запишите это выражение операциями not и and.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Робот-пылесос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ehat = not prepyatstvie and zaryad &gt; 10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69748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Операция not относится только к препятствию. Заряд проверяется отдельным сравнением, и оба условия соединены операцией and.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операций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not, затем and, затем 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скобок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60120" y="2514600"/>
            <a:ext cx="4754880" cy="1298448"/>
          </a:xfrm>
          <a:prstGeom prst="roundRect">
            <a:avLst>
              <a:gd name="adj" fmla="val 4225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61288" y="2651760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True or True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 or True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 скобками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92240" y="2514600"/>
            <a:ext cx="4754880" cy="1298448"/>
          </a:xfrm>
          <a:prstGeom prst="roundRect">
            <a:avLst>
              <a:gd name="adj" fmla="val 4225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93408" y="2651760"/>
            <a:ext cx="4389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(True or True)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 True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881360" cy="1737360"/>
          </a:xfrm>
          <a:prstGeom prst="roundRect">
            <a:avLst>
              <a:gd name="adj" fmla="val 4737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389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это грозит роботу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выражения отличаются только скобками, а результаты противоположные. В автопилоте такая ошибка означает: тормозить или не тормозить.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Таблица как доказательство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равносильность двух выражений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103120" cy="749808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0" y="1874520"/>
            <a:ext cx="2103120" cy="749808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87452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846320" y="1874520"/>
            <a:ext cx="3337560" cy="749808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87452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(A и B)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183880" y="1874520"/>
            <a:ext cx="3337560" cy="749808"/>
          </a:xfrm>
          <a:prstGeom prst="rect">
            <a:avLst/>
          </a:prstGeom>
          <a:solidFill>
            <a:srgbClr val="2C2555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87452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(не A) или (не B)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2679192"/>
            <a:ext cx="2103120" cy="74980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7919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743200" y="2679192"/>
            <a:ext cx="2103120" cy="74980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3200" y="267919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46320" y="2679192"/>
            <a:ext cx="3337560" cy="74980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67919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83880" y="2679192"/>
            <a:ext cx="3337560" cy="74980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267919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3483864"/>
            <a:ext cx="2103120" cy="74980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48386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743200" y="3483864"/>
            <a:ext cx="2103120" cy="74980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43200" y="348386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846320" y="3483864"/>
            <a:ext cx="3337560" cy="74980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483864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183880" y="3483864"/>
            <a:ext cx="3337560" cy="74980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83880" y="3483864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40080" y="4288536"/>
            <a:ext cx="2103120" cy="74980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28853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743200" y="4288536"/>
            <a:ext cx="2103120" cy="74980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43200" y="428853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846320" y="4288536"/>
            <a:ext cx="3337560" cy="74980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6320" y="4288536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183880" y="4288536"/>
            <a:ext cx="3337560" cy="74980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83880" y="4288536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40080" y="5093208"/>
            <a:ext cx="2103120" cy="74980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509320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2743200" y="5093208"/>
            <a:ext cx="2103120" cy="749808"/>
          </a:xfrm>
          <a:prstGeom prst="rect">
            <a:avLst/>
          </a:prstGeom>
          <a:solidFill>
            <a:srgbClr val="221C42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743200" y="509320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4846320" y="5093208"/>
            <a:ext cx="3337560" cy="74980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46320" y="5093208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8183880" y="5093208"/>
            <a:ext cx="3337560" cy="749808"/>
          </a:xfrm>
          <a:prstGeom prst="rect">
            <a:avLst/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83880" y="5093208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последних столбца совпали во всех строках — значит выражения равносильны. Это и есть доказательство.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ПИСЬМЕННО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0" y="384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балла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выведут эти две строки?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88136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15468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print(True or False and False)</a:t>
            </a:r>
            <a:endParaRPr lang="en-US" sz="2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print((True or False) and False)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611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Вспомните порядок: and выполняется раньше or.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решает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916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or False and False   -&gt;  True</a:t>
            </a:r>
            <a:endParaRPr lang="en-US" sz="2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(True or False) and False -&gt;  False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889504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026664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первой строке and выполняется раньше: False and False даёт False, затем True or False даёт True. Скобки во второй строке меняют порядок.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ПИСЬМЕННО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0" y="384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балла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Запишите короче, без not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88136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15468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(vozrast &gt;= 18)</a:t>
            </a:r>
            <a:endParaRPr lang="en-US" sz="2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(temperatura == 20)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611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Вспомните таблицу пар со слайда про НЕ со сравнениями.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Отрицание сравнений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916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(vozrast &gt;= 18)      -&gt;  vozrast &lt; 18</a:t>
            </a:r>
            <a:endParaRPr lang="en-US" sz="2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(temperatura == 20)  -&gt;  temperatura != 20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889504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026664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Отрицание переворачивает знак сравнения. Запись без not короче и читается легче — а значит, в ней труднее ошибиться.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Камера с ИИ: где здесь логика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не отвечает «да» или «нет» — и это важно понимать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 ИИ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отвечает «да» или «нет». Выдаёт число: насколько он уверен. Например, 0.83.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логика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5146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принимает условие: если уверенность не ниже порога — подать сигнал.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6766560" cy="2286000"/>
          </a:xfrm>
          <a:prstGeom prst="roundRect">
            <a:avLst>
              <a:gd name="adj" fmla="val 240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43891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uverennost = 0.83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porog = 0.8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= uverennost &gt;= porog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print(signal)   # True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589520" y="425196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0" y="4434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Проверьте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983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0.62 результат False. Порог решает, а не сама сеть.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Практика. Этап первый: тетрадь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 парах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делать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603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таблицы истинности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Вычислить значение выражения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условие словами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карточек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5603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1—3 выполняют все.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4—6 по мере готовности.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6: найти ошибку в записи условия.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983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Ловушка урока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4406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klass == 10 or 11 всегда истинна. Почему — объяснить письменно.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Практика. Этап второй: компьютер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938528"/>
            <a:ext cx="512064" cy="51206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28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значения and, or, not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670048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779776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779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67004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умного дома: температура и присутствие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3511296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621024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511296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 робота: нет препятствия и заряд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4352544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462272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462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35254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равносильность двух выражений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40080" y="5193792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303520"/>
            <a:ext cx="512064" cy="512064"/>
          </a:xfrm>
          <a:prstGeom prst="ellipse">
            <a:avLst/>
          </a:prstGeom>
          <a:solidFill>
            <a:srgbClr val="F2789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303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19379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not True or True и not (True or True)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Шаблон: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315200" y="2331720"/>
            <a:ext cx="4206240" cy="1627632"/>
          </a:xfrm>
          <a:prstGeom prst="roundRect">
            <a:avLst>
              <a:gd name="adj" fmla="val 33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16368" y="2468880"/>
            <a:ext cx="38404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= 17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 = True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print(temp &lt; 18 and doma)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прочитай сообщение об ошибке сам, потом поднимай руку.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201168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таблицу истинности выражения (А и не В) или 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33756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342900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условием: число больше нуля и меньше ста, либо равно нулю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7548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есть компьютер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84632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построенную таблицу программой на всех четырёх наборах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два задания выполняются в тетради — компьютер не нужен.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188720"/>
            <a:ext cx="4937760" cy="493776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занятия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Логическая величина: истина или ложь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требует оба условия, ИЛИ — хотя бы одно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Порядок: сначала not, затем and, затем or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истинности доказывает равносильность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дом, робот и автопилот решают по условию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577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следующем занятии: программа научится выбирать — условный оператор.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2026-09-25T16:19:38Z</dcterms:created>
  <dcterms:modified xsi:type="dcterms:W3CDTF">2026-09-25T16:19:38Z</dcterms:modified>
</cp:coreProperties>
</file>