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Крупный шрифт: работа рассчитана на показ с последней парты.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Отметка по уровню, а не по числу задач.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Распечатать и раздать.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Строка с ошибкой выделена красным намеренно.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Логика: AND, OR, NOT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32004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задач · 6 уровней · по 9 минут на уровень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840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уровня — слайд с решениями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44805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 задачу уровня N — получи N баллов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считаются баллы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Десятибалльная система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5—6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828800"/>
            <a:ext cx="2743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828800"/>
            <a:ext cx="5577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операций, простые сравнения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71800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7—8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971800"/>
            <a:ext cx="2743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971800"/>
            <a:ext cx="5577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Составные условия, приоритет и скобки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114800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7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114800"/>
            <a:ext cx="2743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Повышенный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4114800"/>
            <a:ext cx="5577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Равносильность выражений, ловушка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57800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5257800"/>
            <a:ext cx="2743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Олимпиадный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5257800"/>
            <a:ext cx="5577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Приём, которого не было на уроке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" y="6400800"/>
            <a:ext cx="10881360" cy="0"/>
          </a:xfrm>
          <a:prstGeom prst="roundRect">
            <a:avLst/>
          </a:prstGeom>
          <a:solidFill>
            <a:srgbClr val="221C4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операции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значения четырёх выражений. Справа — что должно получиться.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1536192"/>
          </a:xfrm>
          <a:prstGeom prst="roundRect">
            <a:avLst>
              <a:gd name="adj" fmla="val 3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and False   -&gt;  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    -&gt; 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        -&gt;  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False        -&gt;  True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Сравнения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значения двух сравнений и тип результата.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9224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4974336"/>
            <a:ext cx="4800600" cy="1225296"/>
          </a:xfrm>
          <a:prstGeom prst="roundRect">
            <a:avLst>
              <a:gd name="adj" fmla="val 447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512064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'bool'&gt;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операции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536192"/>
          </a:xfrm>
          <a:prstGeom prst="roundRect">
            <a:avLst>
              <a:gd name="adj" fmla="val 3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and False)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or False)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True)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False)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59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306824"/>
            <a:ext cx="4800600" cy="1536192"/>
          </a:xfrm>
          <a:prstGeom prst="roundRect">
            <a:avLst>
              <a:gd name="adj" fmla="val 3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453128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and False   -&gt;  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    -&gt; 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        -&gt;  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False        -&gt;  True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943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строгая, ИЛИ снисходительная.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Сравнения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2157984"/>
          </a:xfrm>
          <a:prstGeom prst="roundRect">
            <a:avLst>
              <a:gd name="adj" fmla="val 2542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b)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== b)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 &gt; b))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8114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4928616"/>
            <a:ext cx="4800600" cy="1225296"/>
          </a:xfrm>
          <a:prstGeom prst="roundRect">
            <a:avLst>
              <a:gd name="adj" fmla="val 447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507492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'bool'&gt;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943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даёт bool.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продолжение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или ИЛИ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Соедини два сравнения сначала операцией and, затем or.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9743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51206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Отрицание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значение выражения a &gt; 3 и его отрицание.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027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7490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92240" y="466344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480974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или ИЛИ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847088"/>
          </a:xfrm>
          <a:prstGeom prst="roundRect">
            <a:avLst>
              <a:gd name="adj" fmla="val 297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5 and b &gt; 1)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5 or b &gt; 10)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2702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76402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7332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втором хватает одного.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Отрицание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1536192"/>
          </a:xfrm>
          <a:prstGeom prst="roundRect">
            <a:avLst>
              <a:gd name="adj" fmla="val 3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5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3)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(a &gt; 3))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959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4306824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45312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422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меняет значение.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условия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Проверь: число больше 10 и меньше 20.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663440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480974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 бы одно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Проверь: число меньше 5 или больше 100.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027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7490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150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92240" y="4663440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480974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условия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225296"/>
          </a:xfrm>
          <a:prstGeom prst="roundRect">
            <a:avLst>
              <a:gd name="adj" fmla="val 447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15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&gt; 10 and n &lt; 20)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64845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3995928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1422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оба требования.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 бы одно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1225296"/>
          </a:xfrm>
          <a:prstGeom prst="roundRect">
            <a:avLst>
              <a:gd name="adj" fmla="val 447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150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&lt; 5 or n &gt; 100)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4845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995928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1422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 одного.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Проверь, попадает ли возраст в промежуток от 14 до 17. Запиши двумя способами.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15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66344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480974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диапазона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Проверь, что возраст НЕ попадает в промежуток от 14 до 17. Без not.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027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7490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15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92240" y="4663440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480974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536192"/>
          </a:xfrm>
          <a:prstGeom prst="roundRect">
            <a:avLst>
              <a:gd name="adj" fmla="val 3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15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 &gt;= 14 and v &lt;= 17)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print(14 &lt;= v &lt;= 17)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59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306824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45312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22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запись допустима.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диапазона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1225296"/>
          </a:xfrm>
          <a:prstGeom prst="roundRect">
            <a:avLst>
              <a:gd name="adj" fmla="val 447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15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 &lt; 14 or v &gt; 17)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4845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995928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1422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отрицании and меняется на or.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продолжение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Допуск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Допуск: возраст от 14 до 17 И наличие разряда.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15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razryad = True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9743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5120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скобок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значения двух выражений. Они отличаются только скобками.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or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(True or True)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92240" y="49743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1206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847088"/>
          </a:xfrm>
          <a:prstGeom prst="roundRect">
            <a:avLst>
              <a:gd name="adj" fmla="val 297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15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razryad = True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(14 &lt;= v &lt;= 17) and razryad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2702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76402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22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Скобки обязательны.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скобок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True or True)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(True or True))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375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85032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83133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not, затем or.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and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значения двух выражений. Объясни, почему результаты разные.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 and 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(True or False) and False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9743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51206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условия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Проверь: число чётное И лежит от 10 до 20.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027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7490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12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92240" y="4663440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480974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and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225296"/>
          </a:xfrm>
          <a:prstGeom prst="roundRect">
            <a:avLst>
              <a:gd name="adj" fmla="val 447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or False and False)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print((True or False) and False)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64845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3995928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1422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114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выполняется раньше or.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условия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1536192"/>
          </a:xfrm>
          <a:prstGeom prst="roundRect">
            <a:avLst>
              <a:gd name="adj" fmla="val 3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12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 % 2 == 0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10 &lt;= m &lt;= 20)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959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4306824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4531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1114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даёт чётность.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Повышенный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Равносильность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Проверь, что not (A and B) равно (not A) or (not B). Выведи оба рядом.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9743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5120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True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равносильность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Проверь, что not (A or B) равно (not A) and (not B).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92240" y="49743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120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False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Равносильность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847088"/>
          </a:xfrm>
          <a:prstGeom prst="roundRect">
            <a:avLst>
              <a:gd name="adj" fmla="val 297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(A and B),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(not A) or (not B))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2702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76402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True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22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де Моргана.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равносильность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1847088"/>
          </a:xfrm>
          <a:prstGeom prst="roundRect">
            <a:avLst>
              <a:gd name="adj" fmla="val 297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(A or B),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(not A) and (not B))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2702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4617720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76402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False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422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закон де Моргана.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Повышенный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продолжение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значение записи n == 14 or 15, затем верной записи. Объясни письменно.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66344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480974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одно из двух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Проверь, что истинно ровно одно из двух условий, но не оба сразу.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92240" y="49743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120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536192"/>
          </a:xfrm>
          <a:prstGeom prst="roundRect">
            <a:avLst>
              <a:gd name="adj" fmla="val 3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== 14 or 15)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== 14 or n == 15)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59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306824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45312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22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15 само по себе истинно.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одно из двух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2468880"/>
          </a:xfrm>
          <a:prstGeom prst="roundRect">
            <a:avLst>
              <a:gd name="adj" fmla="val 2222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odno = (A or B) and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not (A and B)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print(odno)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892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5239512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538581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943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«исключающее или».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Олимпиадный уровень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621792" cy="62179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Короче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 же проверку запиши одним сравнением, без and, or и not.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74904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974336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5120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44752"/>
            <a:ext cx="621792" cy="62179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4447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истинных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1762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Даны три условия. Определи, истинно ли ровно одно из них, без условного оператора.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3602736"/>
            <a:ext cx="4800600" cy="1225296"/>
          </a:xfrm>
          <a:prstGeom prst="roundRect">
            <a:avLst>
              <a:gd name="adj" fmla="val 447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374904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False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97433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92240" y="5285232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4315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БАЛЛОВ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2926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15400" y="292608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2926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Короче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4800600" cy="1536192"/>
          </a:xfrm>
          <a:prstGeom prst="roundRect">
            <a:avLst>
              <a:gd name="adj" fmla="val 3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2340864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!= B)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59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306824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4531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114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Различны — значит ровно одно истинно.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207008"/>
            <a:ext cx="5440680" cy="5303520"/>
          </a:xfrm>
          <a:prstGeom prst="roundRect">
            <a:avLst>
              <a:gd name="adj" fmla="val 1552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417320"/>
            <a:ext cx="566928" cy="5669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17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истинных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4800600" cy="1847088"/>
          </a:xfrm>
          <a:prstGeom prst="roundRect">
            <a:avLst>
              <a:gd name="adj" fmla="val 297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2340864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True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False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False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 + C == 1)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2702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4617720"/>
            <a:ext cx="4800600" cy="603504"/>
          </a:xfrm>
          <a:prstGeom prst="roundRect">
            <a:avLst>
              <a:gd name="adj" fmla="val 909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76402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422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равно 1, False равно 0.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 · 1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операции и порядок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25296"/>
          </a:xfrm>
          <a:prstGeom prst="roundRect">
            <a:avLst>
              <a:gd name="adj" fmla="val 447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75104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         # False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and False    # False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     # True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566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Порядок: сначала not, затем and, затем or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54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52578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540410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&gt;= 14 and v &lt;= 17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&lt;= v &lt;= 17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истинности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1234440" cy="658368"/>
          </a:xfrm>
          <a:prstGeom prst="rect">
            <a:avLst/>
          </a:prstGeom>
          <a:solidFill>
            <a:srgbClr val="2C2555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28600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54112" y="2286000"/>
            <a:ext cx="1234440" cy="658368"/>
          </a:xfrm>
          <a:prstGeom prst="rect">
            <a:avLst/>
          </a:prstGeom>
          <a:solidFill>
            <a:srgbClr val="2C2555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54112" y="228600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015984" y="2286000"/>
            <a:ext cx="1234440" cy="658368"/>
          </a:xfrm>
          <a:prstGeom prst="rect">
            <a:avLst/>
          </a:prstGeom>
          <a:solidFill>
            <a:srgbClr val="2C2555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15984" y="228600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0277856" y="2286000"/>
            <a:ext cx="1234440" cy="658368"/>
          </a:xfrm>
          <a:prstGeom prst="rect">
            <a:avLst/>
          </a:prstGeom>
          <a:solidFill>
            <a:srgbClr val="2C2555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77856" y="228600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92240" y="2999232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99923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54112" y="2999232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54112" y="299923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15984" y="2999232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15984" y="299923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277856" y="2999232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77856" y="299923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3712464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371246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54112" y="3712464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54112" y="371246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15984" y="3712464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15984" y="371246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277856" y="3712464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77856" y="371246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92240" y="4425696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0" y="442569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754112" y="4425696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54112" y="442569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15984" y="4425696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15984" y="442569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277856" y="4425696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277856" y="442569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92240" y="5138928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92240" y="513892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754112" y="5138928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54112" y="513892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15984" y="5138928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15984" y="513892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277856" y="5138928"/>
            <a:ext cx="1234440" cy="65836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77856" y="513892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6492240" y="5943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строгая — нужны оба. ИЛИ снисходительная — хватает одного.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 · 2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помнить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and B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82880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только если истинны обе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505456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50545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or B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50545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 только если ложны обе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1821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and B)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18211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 (not A) or (not B)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" y="3858768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8587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or B)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85876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 (not A) and (not B)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4535424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3542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78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== 14 or 15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53542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ОШИБКА: всегда истинно, выводит 15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2120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== 14 or n == 15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521208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верная запись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0080" y="5888736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58887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!= B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588873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истинно, если ровно одно из двух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2026-09-25T15:46:02Z</dcterms:created>
  <dcterms:modified xsi:type="dcterms:W3CDTF">2026-09-25T15:46:02Z</dcterms:modified>
</cp:coreProperties>
</file>