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0640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 опирается на тему занятия: типы данных, преобразование, логический тип.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Напомнить: print(type(10)) выводит &lt;class int&gt;.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Ключевое: 7 и 7.0 выглядят похоже, но типы разные.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int, float, str, bool.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6: оба числа целые, а результат дробный — это удивляет.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30; Год: 2025; 5.5 и float.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9: 10/5 даёт 2.0, а не 2. Это частый источник недоумения.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19 и 154; 4 и 5; 2.0 float и 2 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12 удивляет сильнее всего: True складывается как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1 ч 2 мин 5 с; True False True bool; 2, 1,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14 — три близких результата с разными типами. Самая поучительная.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20, 4, 128; 7 int, 7.0 float, 8; 15 int и 3.0 float.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16 — классический приём округления. Разобрать обязательно.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4 и 3; False и True; 1 и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Распечатать и раздать.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023360" cy="4023360"/>
          </a:xfrm>
          <a:prstGeom prst="ellipse">
            <a:avLst/>
          </a:prstGeom>
          <a:solidFill>
            <a:srgbClr val="E8B84B">
              <a:alpha val="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РАБОТА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Типы данных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задач · 6 уровней · по 9 минут на уровень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3520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каждого уровня — слайд с решениями. Сверяете сами.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4069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Реши задачу уровня N — получи N баллов. Отметка по самой сложной решённой.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считаются баллы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Десятибалльная система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373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DD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5—6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737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Объявить величины, узнать тип, простое преобразование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816352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816352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7—8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816352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816352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Преобразование в обе стороны, логический тип, деление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95344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B7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895344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Повышенный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895344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действий, различение близких результатов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974336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74336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97433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Олимпиадный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4974336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Приём, которого не было на уроке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603504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значения проверяется функцией type(). Она понадобится почти в каждой задаче.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величины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 по одной величине каждого типа и выведи их значения.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Фаррух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 тип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тип каждой из четырёх величин.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81144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4.5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'int'&gt;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'float'&gt;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глаз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Запиши в тетради тип каждого значения, затем проверь программой.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66760" y="3858768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531352" y="3977640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"7"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54315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5724144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5843016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величины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2825496"/>
          </a:xfrm>
          <a:prstGeom prst="roundRect">
            <a:avLst>
              <a:gd name="adj" fmla="val 161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4.5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"Фаррух"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True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974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5266944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385816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Фаррух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806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в кавычках.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 тип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4.5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print(type(a))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print(type(b))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13308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25196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'int'&gt;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'float'&gt;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type() сообщает тип.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глаз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print(type(7))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print(type(7.0))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print(type("7"))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print(type(False))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3849624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3968496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 7.0 — разные типы.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в число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Преобразуй строку в число и прибавь 5.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"25"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в строку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Преобразуй число в строку и соедини с текстом.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god = 2025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Год: 2025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Найди среднее двух целых чисел. Выведи результат и его тип.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'float'&gt;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в число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"25"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int(s)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+ 5)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3849624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968496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int() будет ошибка.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в строку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god = 2025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print("Год: " + str(god))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273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566160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685032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Год: 2025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288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соединяет только строки.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975104"/>
          </a:xfrm>
          <a:prstGeom prst="roundRect">
            <a:avLst>
              <a:gd name="adj" fmla="val 231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 = (a + b) / 2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print(sr)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print(type(sr))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416552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535424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'float'&gt;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Деление даёт float даже из целых.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Основной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или склейка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Даны две строки. Выведи их сумму как чисел и как строк.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"15"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"4"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округления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 дробное число. Выведи результат int() и round(). Объясни разницу.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4.7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4873752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4992624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деления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результаты обоих делений и типы результатов.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5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 float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int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или склейка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"15"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"4"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print(int(a) + int(b))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+ b)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13308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25196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 тот же плюс, разный смысл.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округления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4.7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print(int(x))    # 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print(round(x))  # 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49624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68496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8554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отбрасывает, round округляет.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деления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5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/ b, type(a/b))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// b, type(a//b))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13308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25196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 float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int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всегда float, // даёт int.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Основной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секунд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секунд дано строкой. Переведи в часы, минуты, секунды.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"3725"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ч 2 мин 5 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Логический тип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результаты трёх сравнений и тип результата.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5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5157216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5276088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'bool'&gt;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как число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Проверь, что получится при сложении логических значений.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True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True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5157216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5276088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секунд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2542032"/>
          </a:xfrm>
          <a:prstGeom prst="roundRect">
            <a:avLst>
              <a:gd name="adj" fmla="val 1799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"3725"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 = int(s)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 = sek // 3600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sek % 3600 // 60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sek % 60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print(ch,"ч",m,"мин",c,"с")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6908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983480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102352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ч 2 мин 5 с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705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преобразовать, потом считать.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Логический тип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5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3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&gt; b)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== b)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!= b)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print(type(a &gt; b))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700016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818888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'bool'&gt;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806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даёт bool.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как число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975104"/>
          </a:xfrm>
          <a:prstGeom prst="roundRect">
            <a:avLst>
              <a:gd name="adj" fmla="val 231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True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True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 + y)      # 2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print(int(True))  # 1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print(int(False)) # 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416552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535424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705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равно 1, False равно 0.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Повышенный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результата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Даны две строки. Выведи сумму, разность как чисел и склейку как строк.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"12"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"8"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5157216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Целая часть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 целую часть числа тремя способами. Выведи значения и типы.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7.9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4873752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4992624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int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7.0 float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int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и тип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Найди сумму чисел от 1 до 5, выведи её тип. Раздели на 5 и снова выведи тип.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int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3.0 float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результата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1975104"/>
          </a:xfrm>
          <a:prstGeom prst="roundRect">
            <a:avLst>
              <a:gd name="adj" fmla="val 231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"12"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"8"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print(int(a) + int(b))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print(int(a) - int(b))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+ b)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416552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535424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705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Склейка даёт 128, а не 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Целая часть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7.9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print(int(x), type(int(x)))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print(x // 1, type(x//1))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print(round(x))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133088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251960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int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7.0 float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int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сохраняет тип float.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и тип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 = 0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6):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 = summa + i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print(summa, type(summa))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 = summa / 5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print(sr, type(sr))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7000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8188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int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3.0 float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705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Деление сменило тип.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E8B8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Олимпиадный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Округлить без round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Округли дробное число до ближайшего целого, не применяя round().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3.7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3.2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Чётность без if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Определи, чётное ли число. Ответ вывести словом True или False, без условного оператора.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8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Логическое в число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Переведи логическое значение в число и число обратно в логическое.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 = True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0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E8B8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Округлить без round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3.7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3.2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print(int(x + 0.5))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print(int(y + 0.5))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13308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25196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Прибавить 0.5 и отбросить дробь.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Чётность без if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8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% 2 == 0)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 % 2 == 0)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13308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25196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само даёт bool.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Логическое в число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 = True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print(int(flag))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print(bool(k))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13308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25196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Ноль — это False, остальное True.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Шпаргалка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Типы данных и преобразование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типа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0352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130552"/>
            <a:ext cx="5010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        # int    целое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4.5       # float  дробное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"текст"   # str    строка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True      # bool   логическое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40080" y="3657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 тип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4069080"/>
            <a:ext cx="530352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418795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print(type(10))   # int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0080" y="4937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Преобразование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0080" y="5349240"/>
            <a:ext cx="530352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5468112"/>
            <a:ext cx="501091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int("25")    # 25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float("4.5") # 4.5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str(25)      # "25"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30936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важно помнить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5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20116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2.0 — всегда float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309360" y="2670048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67004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// 5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412480" y="2670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2 — целое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309360" y="3328416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332841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int(4.7)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8412480" y="332841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4 — отбрасывает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309360" y="3986784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3986784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round(4.7)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8412480" y="39867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5 — округляет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09360" y="4645152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46451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"15" + "4"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8412480" y="46451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"154" — склейка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309360" y="5303520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3035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int(True)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412480" y="53035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1, int(False) даёт 0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309360" y="5961888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92240" y="59618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"25" + 5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8412480" y="59618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TypeError</a:t>
            </a:r>
            <a:endParaRPr lang="en-US" sz="20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1749</Words>
  <Application>Microsoft Office PowerPoint</Application>
  <PresentationFormat>Широкоэкранный</PresentationFormat>
  <Paragraphs>486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Мухаммадчон Мусоев</cp:lastModifiedBy>
  <cp:revision>2</cp:revision>
  <dcterms:created xsi:type="dcterms:W3CDTF">2026-09-17T15:25:42Z</dcterms:created>
  <dcterms:modified xsi:type="dcterms:W3CDTF">2026-09-18T15:22:04Z</dcterms:modified>
</cp:coreProperties>
</file>