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опирается на тему занятия: типы данных, преобразование, логический тип.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Напомнить: print(type(10)) выводит &lt;class int&gt;.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Ключевое: 7 и 7.0 выглядят похоже, но типы разные.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int, float, str, bool.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6: оба числа целые, а результат дробный — это удивляет.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30; Год: 2025; 5.5 и float.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9: 10/5 даёт 2.0, а не 2. Это частый источник недоумения.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19 и 154; 4 и 5; 2.0 float и 2 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12 удивляет сильнее всего: True складывается как число.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 ч 2 мин 5 с; True False True bool; 2, 1,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14 — три близких результата с разными типами. Самая поучительная.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20, 4, 128; 7 int, 7.0 float, 8; 15 int и 3.0 float.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16 — классический приём округления. Разобрать обязательно.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4 и 3; False и True; 1 и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Распечатать и раздать.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Типы данных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задач · 6 уровней · по 9 минут на уровень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уровня — слайд с решениями. Сверяете сами.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 задачу уровня N — получи N баллов. Отметка по самой сложной решённой.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считаются баллы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Десятибалльная система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5—6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737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Объявить величины, узнать тип, простое преобразование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816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7—8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8163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81635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 в обе стороны, логический тип, деление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895344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8953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Повышенный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89534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действий, различение близких результатов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974336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7433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97433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Олимпиадный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974336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Приём, которого не было на уроке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603504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6035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значения проверяется функцией type(). Она понадобится почти в каждой задаче.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величины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Объяви по одной величине каждого типа и выведи их значения.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Фаррух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 тип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тип каждой из четырёх величин.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81144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4.5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глаз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 в тетради тип каждого значения, затем проверь программой.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66760" y="3858768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31352" y="3977640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"7"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5431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5724144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5843016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величины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2825496"/>
          </a:xfrm>
          <a:prstGeom prst="roundRect">
            <a:avLst>
              <a:gd name="adj" fmla="val 161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4.5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"Фаррух"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True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974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5266944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385816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Фаррух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806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— в кавычках.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 тип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4.5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print(type(a))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print(type(b))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13308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2519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сообщает тип.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глаз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print(type(7))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print(type(7.0))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print(type("7"))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print(type(False))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3849624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3968496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 7.0 — разные типы.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в число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Преобразуй строку в число и прибавь 5.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"25"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в строку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Преобразуй число в строку и соедини с текстом.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god = 2025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Год: 2025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среднее двух целых чисел. Выведи результат и его тип.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в число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"25"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int(s)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+ 5)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3849624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68496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int() будет ошибка.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в строку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god = 2025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print("Год: " + str(god))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566160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685032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Год: 2025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288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соединяет только строки.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1975104"/>
          </a:xfrm>
          <a:prstGeom prst="roundRect">
            <a:avLst>
              <a:gd name="adj" fmla="val 231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 = (a + b) / 2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print(sr)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print(type(sr))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416552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535424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даёт float даже из целых.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или склейка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Даны две строки. Выведи их сумму как чисел и как строк.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"15"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"4"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округления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 дробное число. Выведи результат int() и round(). Объясни разницу.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4.7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4873752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4992624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деления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результаты обоих делений и типы результатов.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 float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int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или склейка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"15"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"4"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print(int(a) + int(b))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13308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2519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плюс, разный смысл.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округления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4.7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print(int(x))    # 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print(round(x))  # 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49624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68496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855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отбрасывает, round округляет.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деления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5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/ b, type(a/b))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// b, type(a//b))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13308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2519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 float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int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всегда float, // даёт int.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секунд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секунд дано строкой. Переведи в часы, минуты, секунды.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"3725"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4873752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9262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ч 2 мин 5 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 тип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результаты трёх сравнений и тип результата.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5157216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5276088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'bool'&gt;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как число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Проверь, что получится при сложении логических значений.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True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True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5157216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5276088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секунд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2542032"/>
          </a:xfrm>
          <a:prstGeom prst="roundRect">
            <a:avLst>
              <a:gd name="adj" fmla="val 1799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"3725"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 = int(s)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= sek // 3600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sek % 3600 // 60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sek % 60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print(ch,"ч",m,"мин",c,"с")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690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983480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102352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ч 2 мин 5 с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705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преобразовать, потом считать.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 тип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5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b)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== b)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!= b)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 &gt; b))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700016"/>
            <a:ext cx="310896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818888"/>
            <a:ext cx="2816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'bool'&gt;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806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даёт bool.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как число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1975104"/>
          </a:xfrm>
          <a:prstGeom prst="roundRect">
            <a:avLst>
              <a:gd name="adj" fmla="val 231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True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True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+ y)      # 2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print(int(True))  # 1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print(int(False)) # 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416552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535424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705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равно 1, False равно 0.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Повышенный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результата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Даны две строки. Выведи сумму, разность как чисел и склейку как строк.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"12"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"8"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5157216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76088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Целая часть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 целую часть числа тремя способами. Выведи значения и типы.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7.9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581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4873752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4992624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int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 float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int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и тип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сумму чисел от 1 до 5, выведи её тип. Раздели на 5 и снова выведи тип.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int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float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результата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1975104"/>
          </a:xfrm>
          <a:prstGeom prst="roundRect">
            <a:avLst>
              <a:gd name="adj" fmla="val 231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"12"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"8"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print(int(a) + int(b))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print(int(a) - int(b))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416552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535424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705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Склейка даёт 128, а не 20.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Целая часть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7.9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print(int(x), type(int(x)))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// 1, type(x//1))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print(round(x))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133088"/>
            <a:ext cx="310896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251960"/>
            <a:ext cx="28163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int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 float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int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422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сохраняет тип float.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и тип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2258568"/>
          </a:xfrm>
          <a:prstGeom prst="roundRect">
            <a:avLst>
              <a:gd name="adj" fmla="val 202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print(summa, type(summa))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 = summa / 5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print(sr, type(sr))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7000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8188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int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float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705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сменило тип.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Олимпиадный уровень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минут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Округлить без round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Округли дробное число до ближайшего целого, не применяя round().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3.7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3.2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417320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Чётность без if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Определи, чётное ли число. Ответ вывести словом True или False, без условного оператора.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81144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1417320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8472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14173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Логическое в число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Переведи логическое значение в число и число обратно в логическое.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385876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31352" y="397764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= True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864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6760" y="5157216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31352" y="5276088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377440" cy="603504"/>
          </a:xfrm>
          <a:prstGeom prst="roundRect">
            <a:avLst>
              <a:gd name="adj" fmla="val 15152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БАЛЛОВ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20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— сверьте со своим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15400" y="32004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3200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Округлить без round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3.7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3.2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print(int(x + 0.5))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print(int(y + 0.5))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13308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2519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Прибавить 0.5 и отбросить дробь.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4256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3716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628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Чётность без if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81144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5736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8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% 2 == 0)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 % 2 == 0)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81144" y="413308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45736" y="42519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само даёт bool.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118872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3716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8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24544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Логическое в число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3108960" cy="1691640"/>
          </a:xfrm>
          <a:prstGeom prst="roundRect">
            <a:avLst>
              <a:gd name="adj" fmla="val 270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2084832"/>
            <a:ext cx="2816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= True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print(int(flag))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print(bool(k))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413308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1352" y="4251960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Ноль — это False, остальное True.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данных и преобразование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типа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1408176"/>
          </a:xfrm>
          <a:prstGeom prst="roundRect">
            <a:avLst>
              <a:gd name="adj" fmla="val 32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30552"/>
            <a:ext cx="5010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        # int    целое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4.5       # float  дробное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"текст"   # str    строка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True      # bool   логическое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 тип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5303520" cy="557784"/>
          </a:xfrm>
          <a:prstGeom prst="roundRect">
            <a:avLst>
              <a:gd name="adj" fmla="val 819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418795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print(type(10))   # int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37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5349240"/>
            <a:ext cx="5303520" cy="1124712"/>
          </a:xfrm>
          <a:prstGeom prst="roundRect">
            <a:avLst>
              <a:gd name="adj" fmla="val 4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5468112"/>
            <a:ext cx="50109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int("25")    # 25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float("4.5") # 4.5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str(25)      # "25"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помнить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011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2.0 — всегда float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670048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6700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70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2 — целое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328416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int(4.7)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3284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4 — отбрасывает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986784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9867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round(4.7)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39867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5 — округляет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4645152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46451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"15" + "4"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46451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"154" — склейка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530352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53035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int(True)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53035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1, int(False) даёт 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5961888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59618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"25" + 5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59618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TypeError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2026-09-17T15:25:42Z</dcterms:created>
  <dcterms:modified xsi:type="dcterms:W3CDTF">2026-09-17T15:25:42Z</dcterms:modified>
</cp:coreProperties>
</file>