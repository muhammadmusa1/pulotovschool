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Приветствие, знакомство. Далее — инструктаж по технике безопасности с регистрацией в журнале (7 минут).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заранее подготовленные примеры. Не обещать «станете программистами» — задача года иная.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Разобрать бытовые примеры. Спросить у класса свои примеры алгоритмов.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Опрос класса по каждой строке до показа правого столбца. Дать высказаться, не спешить.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Записать в тетрадь. По каждому свойству дать пример нарушения из предыдущего слайда.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Раздать Приложение 1. Обойти класс. Затем 3-4 пары отвечают у доски.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Раздать носители. Запуск среды: 6 минут, проверить на каждом рабочем месте.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Требование: набирать самостоятельно, не копировать. Задача 1-3 в листе задач.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2 в листе: дети сами портят свой код и записывают, что сообщила среда.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Задачи 4-7 в листе. Контролировать осмысленность имён.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Задачи 9-12 в листе. Обычное деление всегда даёт дробь: 10 / 5 это 2.0, а не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8 в листе. Подчеркнуть: запуск без ошибок не означает верный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Учитель говорит первые и последние 5 минут. Остальное время — консультации по местам.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Учебник: параграф и страницы вписать. Проверить, что все записали задание в дневник.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Отметки за работу на обоих часах. Собрать анкеты входной диагностики.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4FD1E0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 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 и первая программа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Информатика · 10 класс · 90 минут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5262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мин — теория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94760" y="452628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94760" y="45262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мин — практика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вы сделаете к концу года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работы, которые можно показать дома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063240"/>
          </a:xfrm>
          <a:prstGeom prst="roundRect">
            <a:avLst>
              <a:gd name="adj" fmla="val 1791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475488" cy="475488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8892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с окном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52044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Кнопки, поля ввода, расчёт. Работает как настоящее приложение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1688" y="1828800"/>
            <a:ext cx="3429000" cy="3063240"/>
          </a:xfrm>
          <a:prstGeom prst="roundRect">
            <a:avLst>
              <a:gd name="adj" fmla="val 1791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2148840"/>
            <a:ext cx="475488" cy="475488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81728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81728" y="278892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Своя игра или помощник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352044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Угадай число, викторина, генератор паролей — на выбор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83296" y="1828800"/>
            <a:ext cx="3429000" cy="3063240"/>
          </a:xfrm>
          <a:prstGeom prst="roundRect">
            <a:avLst>
              <a:gd name="adj" fmla="val 1791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03336" y="2148840"/>
            <a:ext cx="475488" cy="475488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03336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03336" y="278892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проект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403336" y="352044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перед классом в мае. Приглашаем родителей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230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начинается всё не с кода, а с умения точно объяснить, что нужно сделать.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алгоритм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6766560" cy="1828800"/>
          </a:xfrm>
          <a:prstGeom prst="roundRect">
            <a:avLst>
              <a:gd name="adj" fmla="val 4000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— точное и понятное предписание исполнителю выполнить конечную последовательность действий, приводящую к решению задачи.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Исполнитель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210312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устройство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49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и то же указание может быть алгоритмом для одного исполнителя и не быть им для другого.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434840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434840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до школы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01568" y="4434840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38728" y="4434840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Рецепт плова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63056" y="4434840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0216" y="4434840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Инструкция к мебели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24544" y="4434840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61704" y="4434840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игры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 или нет?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Проверьте каждую инструкцию — можно ли её выполнить однозначно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896112"/>
          </a:xfrm>
          <a:prstGeom prst="roundRect">
            <a:avLst>
              <a:gd name="adj" fmla="val 7143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Возьми немного риса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737360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— «немного»?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70632"/>
            <a:ext cx="10881360" cy="896112"/>
          </a:xfrm>
          <a:prstGeom prst="roundRect">
            <a:avLst>
              <a:gd name="adj" fmla="val 7143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770632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Раздели 20 на 4, потом на 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770632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только для числа 20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803904"/>
            <a:ext cx="10881360" cy="896112"/>
          </a:xfrm>
          <a:prstGeom prst="roundRect">
            <a:avLst>
              <a:gd name="adj" fmla="val 7143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803904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Иди прямо, пока не устанешь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3803904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остановиться?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837176"/>
            <a:ext cx="10881360" cy="896112"/>
          </a:xfrm>
          <a:prstGeom prst="roundRect">
            <a:avLst>
              <a:gd name="adj" fmla="val 7143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837176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Умножь введённое число на 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4837176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Понятно и работает для любого числа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три выполнить нельзя. Почему — разберём сейчас.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свойств алгоритма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Нарушено хотя бы одно — алгоритм выполнить нельзя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48256"/>
            <a:ext cx="420624" cy="420624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48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0299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Дискретность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6517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Разбит на отдельные шаги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1688" y="182880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6008" y="2048256"/>
            <a:ext cx="420624" cy="420624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36008" y="2048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202936" y="20299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Определённость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26517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шаг понятен однозначно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83296" y="182880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2048256"/>
            <a:ext cx="420624" cy="420624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57616" y="2048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924544" y="20299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Конечность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26517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Заканчивается за конечное число шагов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496312" y="388620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70632" y="4105656"/>
            <a:ext cx="420624" cy="420624"/>
          </a:xfrm>
          <a:prstGeom prst="ellipse">
            <a:avLst/>
          </a:prstGeom>
          <a:solidFill>
            <a:srgbClr val="F2789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770632" y="4105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337560" y="4087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Результативность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2788920" y="47091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 определённый результат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388620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92240" y="4105656"/>
            <a:ext cx="420624" cy="420624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92240" y="4105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4087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Массовость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510528" y="47091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для класса похожих задач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 в парах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минут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делать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23160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Прочитать инструкцию на карточке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Найти, какое свойство нарушено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Объяснить, почему выполнить нельзя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ответ в тетрадь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справились быстро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4688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Переписать инструкцию так, чтобы её нельзя было понять двояко. И доказать, что теперь толкование только одно.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40233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«возьми немного риса» → «возьми 2 стакана риса»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011680"/>
            <a:ext cx="5486400" cy="5486400"/>
          </a:xfrm>
          <a:prstGeom prst="ellipse">
            <a:avLst/>
          </a:prstGeom>
          <a:solidFill>
            <a:srgbClr val="3DD6A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097280"/>
            <a:ext cx="4754880" cy="4754880"/>
          </a:xfrm>
          <a:prstGeom prst="ellipse">
            <a:avLst/>
          </a:prstGeom>
          <a:solidFill>
            <a:srgbClr val="4FD1E0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ЧАС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Теперь пишем сами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алгоритм — но записанный так, чтобы его выполнил компьютер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 на экран: print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6675120" cy="1078992"/>
          </a:xfrm>
          <a:prstGeom prst="roundRect">
            <a:avLst>
              <a:gd name="adj" fmla="val 423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" y="1911096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print("Салом, дуне!")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print("Класс:", 10)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print("Информатика", "-", "первый урок")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35240" y="1783080"/>
            <a:ext cx="3886200" cy="1600200"/>
          </a:xfrm>
          <a:prstGeom prst="roundRect">
            <a:avLst>
              <a:gd name="adj" fmla="val 4571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09560" y="19019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Запомни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909560" y="2286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— всегда в кавычках.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 — без кавычек.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004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появится в области вывода: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6675120" cy="1078992"/>
          </a:xfrm>
          <a:prstGeom prst="roundRect">
            <a:avLst>
              <a:gd name="adj" fmla="val 423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3739896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Салом, дуне!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Класс: 10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Информатика - первый урок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одного print можно писать несколько значений через запятую — они выведутся через пробел.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Ошибка — это не провал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сообщении всегда есть номер строки. Смотри сначала туда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закрыта кавычка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17830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unterminated string literal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783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кавычки: сколько открыл — столько закрой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834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закрыта скобка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8346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'(' was never closed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2834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скобки в указанной строке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886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Написано Print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8862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'Print' is not defined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3886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Пиши print маленькими буквами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9377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Лишний пробел в начале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4937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unexpected indent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4937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Убери пробелы перед print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0533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урока: сначала прочитай сообщение сам, потом поднимай руку.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Переменные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для значения, которое хранится в памяти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943600" cy="1847088"/>
          </a:xfrm>
          <a:prstGeom prst="roundRect">
            <a:avLst>
              <a:gd name="adj" fmla="val 247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911096"/>
            <a:ext cx="55778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imya = "Фаррух"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klass = 10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 = 4.5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print("Имя:", imya)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print("Класс:", klass)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49440" y="1783080"/>
            <a:ext cx="4572000" cy="2011680"/>
          </a:xfrm>
          <a:prstGeom prst="roundRect">
            <a:avLst>
              <a:gd name="adj" fmla="val 3636"/>
            </a:avLst>
          </a:prstGeom>
          <a:solidFill>
            <a:srgbClr val="221C42"/>
          </a:solidFill>
          <a:ln w="19050">
            <a:solidFill>
              <a:srgbClr val="F2789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223760" y="19019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путаница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3317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print("imya")  →  imya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print(imya)    →  Фаррух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3154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кавычках — сам текст. Без кавычек — значение переменной.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949440" y="3977640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23760" y="4096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Имена переменных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449884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Можно: imya, klass, cena_tetradi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Нельзя: 1klass, моё имя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566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появится на экране: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943600" cy="822960"/>
          </a:xfrm>
          <a:prstGeom prst="roundRect">
            <a:avLst>
              <a:gd name="adj" fmla="val 5556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405993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Имя: Фаррух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Класс: 10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1663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Пиши понятные имена: через неделю ты сам не поймёшь, что такое a, b и c.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Арифметика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деления вместо одного — это важно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9184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82880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82880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+ 2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182880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9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761488"/>
            <a:ext cx="329184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2761488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761488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7 - 2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761488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5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694176"/>
            <a:ext cx="329184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3694176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3694176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* 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3694176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14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06240" y="1828800"/>
            <a:ext cx="329184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0832" y="182880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D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5047488" y="182880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82880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3.5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06240" y="2761488"/>
            <a:ext cx="329184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70832" y="2761488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D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5047488" y="2761488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// 2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2761488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206240" y="3694176"/>
            <a:ext cx="329184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70832" y="3694176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D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5047488" y="3694176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7 % 2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3694176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503920" y="1828800"/>
            <a:ext cx="3017520" cy="2788920"/>
          </a:xfrm>
          <a:prstGeom prst="roundRect">
            <a:avLst>
              <a:gd name="adj" fmla="val 2623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78240" y="1965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// и %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778240" y="2377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ученика по 5 в группе: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778240" y="27889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// 5 = 4 группы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24 % 5 = 4 осталось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778240" y="36118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же разбирают число на цифры: 47 // 10 = 4, 47 % 10 = 7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754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как в математике: сначала * и /, потом + и -. Скобки меняют порядок.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Программа целиком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алгоритм с первого часа — теперь в виде кода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2359152"/>
          </a:xfrm>
          <a:prstGeom prst="roundRect">
            <a:avLst>
              <a:gd name="adj" fmla="val 1938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911096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dlina = 6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shirina = 4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perimetr = 2 * (dlina + shirina)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ploshad = dlina * shirina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print("Периметр:", perimetr)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print("Площадь:", ploshad)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43800" y="178308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18120" y="19019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Контрольный пример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818120" y="2331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длине 6 и ширине 4: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периметр = 20, площадь = 24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43800" y="370332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18120" y="38221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422452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посчитай на бумаге, потом запусти. Совпало — программа верна.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может запуститься без ошибок и всё равно считать неверно. Проверка обязательна.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 работу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 задач и шпаргалка — на столе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1—3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на экран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38144" y="182880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66744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4—7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666744" y="26974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Переменные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36208" y="182880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64808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8—12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64808" y="26974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Расчёты и деление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34272" y="182880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62872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13—16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262872" y="26974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справился быстро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590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работы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01091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Каждую программу запускай и сверяй результат.  ·  Ошибка? Прочитай сообщение и найди номер строки.  ·  Не помнишь синтаксис — смотри шпаргалку.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Домашнее задание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7830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87452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Блок-схема алгоритма «перейти улицу по светофору». Оба выхода из ромба подписать словами «да» и «нет»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31089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320040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в тетради программу расчёта периметра и указать, что она выведет при длине 10 и ширине 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4348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есть компьютер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452628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выводит сведения о себе четырьмя строками с использованием переменных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 для домашнего задания не обязателен: первые два задания выполняются в тетради.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005840"/>
            <a:ext cx="5120640" cy="512064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 занятия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23160"/>
            <a:ext cx="7315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— точное предписание, у него пять свойств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Нарушено свойство — выполнить нельзя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написали первую работающую программу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сообщает номер строки — читать её, а не пугаться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на контрольном примере обязательна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349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следующем занятии: программа начнёт принимать данные с клавиатуры.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2026-09-04T15:38:13Z</dcterms:created>
  <dcterms:modified xsi:type="dcterms:W3CDTF">2026-09-04T15:38:13Z</dcterms:modified>
</cp:coreProperties>
</file>