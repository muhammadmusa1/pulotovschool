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Приветствие, знакомство. Далее — инструктаж по технике безопасности с регистрацией в журнале (7 минут).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заранее подготовленные примеры. Не обещать «станете программистами» — задача года иная.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Объявить правила в начале занятия: учащиеся должны знать, за что начисляются баллы. Вести учёт в списке класса по ходу урока.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все три работают как настоящие приложения, у них есть интерфейс, каждый решает конкретную задачу. +1 балл тому, кто дал близкий ответ. Остальные записывают ответ в тетрадь.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бытовые примеры. Спросить у класса свои примеры алгоритмов.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Опрос класса по каждой строке до показа правого столбца. Дать высказаться, не спешить.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Оценка: 2 балла — верно указано нарушенное свойство; 1 балл — только пример без объяснения. Свойства ещё не разбирали формально, поэтому принимается объяснение своими словами.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Записать в тетрадь. По каждому свойству дать пример нарушения из предыдущего слайда.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1) определённость; 2) конечность; 3) массовость — это свойство соблюдено, а не нарушено: вопрос на внимание. Каждый верный ответ — 1 балл.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Приложение 1. Обойти класс. Затем 3-4 пары отвечают у доски.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Оценка обоим в паре: 3 балла — свойство и исправление верны; 2 балла — только свойство; 1 балл — только исправление.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носители. Запуск среды: 6 минут, проверить на каждом рабочем 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Требование: набирать самостоятельно, не копировать. Задача 1-3 в листе задач.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Верно: print("Мой класс:", 10) либо print("Мой класс: 10"). Оба варианта принимаются. 1 балл за верный синтаксис. Частая ошибка: print(Мой класс: 10) без кавычек.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2 в листе: дети сами портят свой код и записывают, что сообщила среда.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1) не закрыта кавычка; 2) Print с большой буквы; 3) лишний пробел перед print — отступ в начале строки. По 1 баллу за каждую найденную. Третья строка самая трудная: пробел заметен не всем.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 4-7 в листе. Контролировать осмысленность имён.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5 / 5 / a. Первые две строки выводят одно и то же, хотя типы разные: у a это текст, у b число. Третья выводит букву a, потому что она в кавычках. Оценка: 2 балла за все три строки, 1 балл за две из трёх.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 9-12 в листе. Обычное деление всегда даёт дробь: 10 / 5 это 2.0, а не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3 и 2. Пятёрка укладывается в 17 три раза, остаётся 2. Оценка: 1 балл, только если оба ответа верны.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8 в листе. Подчеркнуть: запуск без ошибок не означает верный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Периметр: 26, Площадь: 30. Проверка: 2 * (10 + 3) = 26, 10 * 3 = 30. Оценка: 1 балл за оба числа. Считать в уме, программу не запускать.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Учитель говорит первые и последние 5 минут. Остальное время — консультации по местам.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Максимум 5 баллов. Обходить класс, проверять по мере готовности. Отмечать, кто застрял, — им помочь адресно.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 Проверить, что все записали задание в дневник.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свойств: дискретность, определённость, конечность, результативность, массовость. По 1 баллу каждому, кто назвал верно и не повторился. Продолжать, пока не назовут все пять.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Отметки за работу на обоих часах. Собрать анкеты входной диагностики.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и первая программа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Информатика · 10 класс · 90 минут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мин — теория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4526280"/>
            <a:ext cx="278892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45262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мин — практика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 сделаете к концу года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работы, которые можно показать дома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475488" cy="47548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с окном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204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Кнопки, поля ввода, расчёт. Работает как настоящее приложение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148840"/>
            <a:ext cx="475488" cy="47548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1728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7889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игра или помощник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5204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Угадай число, викторина, генератор паролей — на выбор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2148840"/>
            <a:ext cx="475488" cy="47548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3336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27889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проект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35204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перед классом в мае. Приглашаем родителей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30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начинается всё не с кода, а с умения точно объяснить, что нужно сделать.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заработать отметку сегодня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занятие можно набрать 23 балла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Устные ответы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7830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по ходу занятия, блиц, вопрос на выходе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17830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89864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Письменные задания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898648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тетради: примеры, что выведет код, расчёты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289864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014216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на компьютере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4014216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1—7 из листа: по 0,5 балла за программу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4014216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257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20—23 баллов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5257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361688" y="52578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6008" y="5257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15—19 баллов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739128" y="5257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083296" y="52578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57616" y="5257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10—14 баллов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460736" y="5257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общего у всех трёх проектов?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Думайте не про темы, а про то, чем они похожи как программы.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алгоритм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766560" cy="1828800"/>
          </a:xfrm>
          <a:prstGeom prst="roundRect">
            <a:avLst>
              <a:gd name="adj" fmla="val 4000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— точное и понятное предписание исполнителю выполнить конечную последовательность действий, приводящую к решению задачи.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21031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 то же указание может быть алгоритмом для одного исполнителя и не быть им для другого.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43484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до школы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01568" y="443484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443484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плова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63056" y="443484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0216" y="443484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к мебели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24544" y="4434840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61704" y="443484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игры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или нет?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 каждую инструкцию — можно ли её выполнить однозначно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Возьми немного риса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— «немного»?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77063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 20 на 4, потом на 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77063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только для числа 20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803904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 прямо, пока не устанешь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803904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остановиться?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837176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837176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Умножь введённое число на 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837176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Понятно и работает для любого числа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три выполнить нельзя. Почему — разберём сейчас.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 · 2 минуты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Придумайте свой пример НЕ алгоритма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697480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Запишите пример в тетрадь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3016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630168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напишите, почему это не алгоритм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0001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2 минуты 3—4 человека зачитают вслух.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свойств алгоритма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хотя бы одно — алгоритм выполнить нельзя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48256"/>
            <a:ext cx="420624" cy="42062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29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Дискретность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51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 на отдельные шаги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048256"/>
            <a:ext cx="420624" cy="42062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2029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Определённость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651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понятен однозначно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048256"/>
            <a:ext cx="420624" cy="42062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2029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Конечность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651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Заканчивается за конечное число шагов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96312" y="38862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70632" y="4105656"/>
            <a:ext cx="420624" cy="420624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70632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Результативность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4709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определённый результат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8862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105656"/>
            <a:ext cx="420624" cy="42062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Массовость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510528" y="4709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для класса похожих задач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БЛИЦ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1 баллу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Какое свойство нарушено?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697480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инструкции сказано: «сделай красиво»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3016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630168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никогда не заканчивается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562856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562856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задачу для любых чисел, а не только для 20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327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Спрашиваю 5—6 разных человек. Отвечает тот, кто ещё не отвечал.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в парах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минут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Прочитать инструкцию на карточке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Найти, какое свойство нарушено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Объяснить, почему выполнить нельзя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ответ в тетрадь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справились быстро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Переписать инструкцию так, чтобы её нельзя было понять двояко. И доказать, что теперь толкование только одно.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4023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«возьми немного риса» → «возьми 2 стакана риса»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278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ПАРАМ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балла на пару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Запишите в тетрадь два пункта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697480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свойство нарушено в вашей карточке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3016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630168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Исправленный вариант инструкции — чтобы свойство не нарушалось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0001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2—3 пары выходят к доске и зачитывают.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011680"/>
            <a:ext cx="5486400" cy="5486400"/>
          </a:xfrm>
          <a:prstGeom prst="ellipse">
            <a:avLst/>
          </a:prstGeom>
          <a:solidFill>
            <a:srgbClr val="3DD6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754880" cy="4754880"/>
          </a:xfrm>
          <a:prstGeom prst="ellipse">
            <a:avLst/>
          </a:prstGeom>
          <a:solidFill>
            <a:srgbClr val="4FD1E0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ЧАС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Теперь пишем сами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алгоритм — но записанный так, чтобы его выполнил компьютер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 на экран: print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675120" cy="1078992"/>
          </a:xfrm>
          <a:prstGeom prst="roundRect">
            <a:avLst>
              <a:gd name="adj" fmla="val 423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91109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print("Салом, дуне!")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print("Класс:", 10)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print("Информатика", "-", "первый урок")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1783080"/>
            <a:ext cx="3886200" cy="1600200"/>
          </a:xfrm>
          <a:prstGeom prst="roundRect">
            <a:avLst>
              <a:gd name="adj" fmla="val 4571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09560" y="1901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— всегда в кавычках.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— без кавычек.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появится в области вывода: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675120" cy="1078992"/>
          </a:xfrm>
          <a:prstGeom prst="roundRect">
            <a:avLst>
              <a:gd name="adj" fmla="val 423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73989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Салом, дуне!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Класс: 10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Информатика - первый урок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одного print можно писать несколько значений через запятую — они выведутся через пробел.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НА ЛИСТОЧКЕ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Напишите команду, которая выведет на экран: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766560" cy="566928"/>
          </a:xfrm>
          <a:prstGeom prst="roundRect">
            <a:avLst>
              <a:gd name="adj" fmla="val 806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8254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Мой класс: 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93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Проверяю синтаксис: кавычки, запятую, скобки.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— это не провал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сообщении всегда есть номер строки. Смотри сначала туда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кавычка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unterminated string literal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кавычки: сколько открыл — столько закрой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834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скобка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'(' was never closed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скобки в указанной строке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86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Написано Print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886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'Print' is not defined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886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Пиши print маленькими буквами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937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Лишний пробел в начале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937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unexpected indent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4937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Убери пробелы перед print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53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урока: сначала прочитай сообщение сам, потом поднимай руку.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278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ОШИБКУ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1 баллу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первым найдёт ошибку в каждой строке?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766560" cy="1078992"/>
          </a:xfrm>
          <a:prstGeom prst="roundRect">
            <a:avLst>
              <a:gd name="adj" fmla="val 4237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825496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print("Привет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Print("Hello")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print("bye")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05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третьей строке ошибку видно не сразу — смотрите на начало строки.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Переменные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для значения, которое хранится в памяти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1847088"/>
          </a:xfrm>
          <a:prstGeom prst="roundRect">
            <a:avLst>
              <a:gd name="adj" fmla="val 247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11096"/>
            <a:ext cx="55778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imya = "Фаррух"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 = 10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4.5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print("Имя:", imya)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print("Класс:", klass)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178308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221C42"/>
          </a:solidFill>
          <a:ln w="19050">
            <a:solidFill>
              <a:srgbClr val="F2789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901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путаница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331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print("imya")  →  imya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print(imya)    →  Фаррух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154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кавычках — сам текст. Без кавычек — значение переменной.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397764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0" y="4096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переменных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44988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Можно: imya, klass, cena_tetradi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Нельзя: 1klass, моё имя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появится на экране: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943600" cy="822960"/>
          </a:xfrm>
          <a:prstGeom prst="roundRect">
            <a:avLst>
              <a:gd name="adj" fmla="val 5556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05993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Имя: Фаррух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Класс: 10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66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Пиши понятные имена: через неделю ты сам не поймёшь, что такое a, b и c.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выведет этот код?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766560" cy="1847088"/>
          </a:xfrm>
          <a:prstGeom prst="roundRect">
            <a:avLst>
              <a:gd name="adj" fmla="val 247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825496"/>
            <a:ext cx="64008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"5"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5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print("a")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731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в тетрадь три строки — то, что появится на экране.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Арифметика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деления вместо одного — это важно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82880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+ 2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8288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9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76148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7614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7 - 2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76148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69417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69417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*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694176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1828800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0832" y="18288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182880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288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3.5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2761488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70832" y="276148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047488" y="276148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// 2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761488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06240" y="3694176"/>
            <a:ext cx="329184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70832" y="369417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5047488" y="369417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7 % 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694176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03920" y="1828800"/>
            <a:ext cx="3017520" cy="2788920"/>
          </a:xfrm>
          <a:prstGeom prst="roundRect">
            <a:avLst>
              <a:gd name="adj" fmla="val 2623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// и %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23774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ученика по 5 в группе: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2788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// 5 = 4 группы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24 % 5 = 4 осталось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3611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же разбирают число на цифры: 47 // 10 = 4, 47 % 10 = 7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54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как в математике: сначала * и /, потом + и -. Скобки меняют порядок.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СКОРОСТЬ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будет?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766560" cy="822960"/>
          </a:xfrm>
          <a:prstGeom prst="roundRect">
            <a:avLst>
              <a:gd name="adj" fmla="val 5556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82549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// 5 = ?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17 % 5 = 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тот, кто первым поднял руку. Балл — если верны оба.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Программа целиком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алгоритм с первого часа — теперь в виде кода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2359152"/>
          </a:xfrm>
          <a:prstGeom prst="roundRect">
            <a:avLst>
              <a:gd name="adj" fmla="val 1938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11096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dlina = 6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shirina = 4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perimetr = 2 * (dlina + shirina)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ploshad = dlina * shirina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print("Периметр:", perimetr)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print("Площадь:", ploshad)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Контрольный пример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длине 6 и ширине 4: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периметр = 20, площадь = 24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43800" y="37033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22452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посчитай на бумаге, потом запусти. Совпало — программа верна.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может запуститься без ошибок и всё равно считать неверно. Проверка обязательна.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изменится, если длина 10, а ширина 3?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в тетрадь только числа, которые появятся на экране.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работу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 задач и шпаргалка — на столе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1—3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на экран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38144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66744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4—7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66744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6208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4808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8—12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Расчёты и деление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34272" y="182880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15875">
            <a:solidFill>
              <a:srgbClr val="F2789F"/>
            </a:solidFill>
            <a:prstDash val="solid"/>
          </a:ln>
          <a:effectLst>
            <a:outerShdw sx="100000" sy="100000" kx="0" ky="0" algn="bl" rotWithShape="0" blurRad="101600" dist="635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2872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13—16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справился быстро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590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работы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01091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программу запускай и сверяй результат.  ·  Ошибка? Прочитай сообщение и найди номер строки.  ·  Не помнишь синтаксис — смотри шпаргалку.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КОНТРОЛЬ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 баллов · 15 минут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1—7 из листа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697480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балла за каждую верную программу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3016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630168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сдаёт первым — проверяю сразу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562856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562856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помнишь синтаксис — смотри шпаргалку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327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13—16 для тех, кто закончил раньше. Они не оцениваются баллами, но идут в отметку за урок.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8745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алгоритма «перейти улицу по светофору». Оба выхода из ромба подписать словами «да» и «нет»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1089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2004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в тетради программу расчёта периметра и указать, что она выведет при длине 10 и ширине 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348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45262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выводит сведения о себе четырьмя строками с использованием переменных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для домашнего задания не обязателен: первые два задания выполняются в тетради.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НА ВЫХОДЕ · УСТНО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45720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0" y="457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Назовите одно свойство алгоритма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Идём по цепочке. Нельзя повторять то, что назвал предыдущий.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005840"/>
            <a:ext cx="5120640" cy="512064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— точное предписание, у него пять свойств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Нарушено свойство — выполнить нельзя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написали первую работающую программу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сообщает номер строки — читать её, а не пугаться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контрольном примере обязательна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49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начнёт принимать данные с клавиатуры.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2026-09-04T15:45:48Z</dcterms:created>
  <dcterms:modified xsi:type="dcterms:W3CDTF">2026-09-04T15:45:48Z</dcterms:modified>
</cp:coreProperties>
</file>