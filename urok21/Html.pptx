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27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C3A65E-FEE1-433E-927C-12A192F0595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8828255-82D9-401F-BA55-8A5BC9157205}">
      <dgm:prSet/>
      <dgm:spPr/>
      <dgm:t>
        <a:bodyPr/>
        <a:lstStyle/>
        <a:p>
          <a:r>
            <a:rPr lang="ru-RU"/>
            <a:t>Современный HTML использует </a:t>
          </a:r>
          <a:r>
            <a:rPr lang="ru-RU" b="1"/>
            <a:t>семантические теги</a:t>
          </a:r>
          <a:r>
            <a:rPr lang="ru-RU"/>
            <a:t>.</a:t>
          </a:r>
          <a:endParaRPr lang="en-US"/>
        </a:p>
      </dgm:t>
    </dgm:pt>
    <dgm:pt modelId="{0C58BA34-377E-465C-A9CD-ED68CEE80DCC}" type="parTrans" cxnId="{D9C9B9DE-62CC-4033-8325-1E1FF4253D9F}">
      <dgm:prSet/>
      <dgm:spPr/>
      <dgm:t>
        <a:bodyPr/>
        <a:lstStyle/>
        <a:p>
          <a:endParaRPr lang="en-US"/>
        </a:p>
      </dgm:t>
    </dgm:pt>
    <dgm:pt modelId="{B9BFD305-E698-4E5C-A4F5-670FC132BD60}" type="sibTrans" cxnId="{D9C9B9DE-62CC-4033-8325-1E1FF4253D9F}">
      <dgm:prSet/>
      <dgm:spPr/>
      <dgm:t>
        <a:bodyPr/>
        <a:lstStyle/>
        <a:p>
          <a:endParaRPr lang="en-US"/>
        </a:p>
      </dgm:t>
    </dgm:pt>
    <dgm:pt modelId="{BAB9B3B5-774E-4541-85BB-869038C2BB63}">
      <dgm:prSet/>
      <dgm:spPr/>
      <dgm:t>
        <a:bodyPr/>
        <a:lstStyle/>
        <a:p>
          <a:r>
            <a:rPr lang="ru-RU"/>
            <a:t>Они:</a:t>
          </a:r>
          <a:endParaRPr lang="en-US"/>
        </a:p>
      </dgm:t>
    </dgm:pt>
    <dgm:pt modelId="{2A727239-3C99-42AA-9768-BF4F6CDB13E2}" type="parTrans" cxnId="{48152A2E-3B4D-4653-B1C4-E40BAC835654}">
      <dgm:prSet/>
      <dgm:spPr/>
      <dgm:t>
        <a:bodyPr/>
        <a:lstStyle/>
        <a:p>
          <a:endParaRPr lang="en-US"/>
        </a:p>
      </dgm:t>
    </dgm:pt>
    <dgm:pt modelId="{FDC7BFC8-1068-4C73-85AE-6828D361CBC5}" type="sibTrans" cxnId="{48152A2E-3B4D-4653-B1C4-E40BAC835654}">
      <dgm:prSet/>
      <dgm:spPr/>
      <dgm:t>
        <a:bodyPr/>
        <a:lstStyle/>
        <a:p>
          <a:endParaRPr lang="en-US"/>
        </a:p>
      </dgm:t>
    </dgm:pt>
    <dgm:pt modelId="{4C614D23-FDCD-4DA2-A410-28BF21DEA2F0}">
      <dgm:prSet/>
      <dgm:spPr/>
      <dgm:t>
        <a:bodyPr/>
        <a:lstStyle/>
        <a:p>
          <a:r>
            <a:rPr lang="ru-RU"/>
            <a:t>делают страницу понятнее</a:t>
          </a:r>
          <a:endParaRPr lang="en-US"/>
        </a:p>
      </dgm:t>
    </dgm:pt>
    <dgm:pt modelId="{DAF24F6D-8F1B-457A-9283-E0FEA8438624}" type="parTrans" cxnId="{328741A5-82F8-4AC8-9C9E-B33F4967F628}">
      <dgm:prSet/>
      <dgm:spPr/>
      <dgm:t>
        <a:bodyPr/>
        <a:lstStyle/>
        <a:p>
          <a:endParaRPr lang="en-US"/>
        </a:p>
      </dgm:t>
    </dgm:pt>
    <dgm:pt modelId="{7AC573BA-71BD-4C31-A54A-5FDF4D4E20F0}" type="sibTrans" cxnId="{328741A5-82F8-4AC8-9C9E-B33F4967F628}">
      <dgm:prSet/>
      <dgm:spPr/>
      <dgm:t>
        <a:bodyPr/>
        <a:lstStyle/>
        <a:p>
          <a:endParaRPr lang="en-US"/>
        </a:p>
      </dgm:t>
    </dgm:pt>
    <dgm:pt modelId="{A99FCB0A-1B64-49E4-B388-D1165CD08B5C}">
      <dgm:prSet/>
      <dgm:spPr/>
      <dgm:t>
        <a:bodyPr/>
        <a:lstStyle/>
        <a:p>
          <a:r>
            <a:rPr lang="ru-RU"/>
            <a:t>улучшают структуру</a:t>
          </a:r>
          <a:endParaRPr lang="en-US"/>
        </a:p>
      </dgm:t>
    </dgm:pt>
    <dgm:pt modelId="{DB016181-919F-4954-8120-E0E8E0BE8AE8}" type="parTrans" cxnId="{DADBC361-E89E-47BE-A3A1-A8EBDB24C7AE}">
      <dgm:prSet/>
      <dgm:spPr/>
      <dgm:t>
        <a:bodyPr/>
        <a:lstStyle/>
        <a:p>
          <a:endParaRPr lang="en-US"/>
        </a:p>
      </dgm:t>
    </dgm:pt>
    <dgm:pt modelId="{6CE7409C-33C8-4A92-B4A1-34C2EA344A4F}" type="sibTrans" cxnId="{DADBC361-E89E-47BE-A3A1-A8EBDB24C7AE}">
      <dgm:prSet/>
      <dgm:spPr/>
      <dgm:t>
        <a:bodyPr/>
        <a:lstStyle/>
        <a:p>
          <a:endParaRPr lang="en-US"/>
        </a:p>
      </dgm:t>
    </dgm:pt>
    <dgm:pt modelId="{2C34A6C3-3320-49F9-8C6D-8817BE162394}">
      <dgm:prSet/>
      <dgm:spPr/>
      <dgm:t>
        <a:bodyPr/>
        <a:lstStyle/>
        <a:p>
          <a:r>
            <a:rPr lang="ru-RU"/>
            <a:t>помогают браузерам и поисковым системам</a:t>
          </a:r>
          <a:endParaRPr lang="en-US"/>
        </a:p>
      </dgm:t>
    </dgm:pt>
    <dgm:pt modelId="{0FCA2E1C-6AA4-42C1-BD19-0DD10A7661E5}" type="parTrans" cxnId="{422C8A21-8EFB-445C-B54E-424CE2198F60}">
      <dgm:prSet/>
      <dgm:spPr/>
      <dgm:t>
        <a:bodyPr/>
        <a:lstStyle/>
        <a:p>
          <a:endParaRPr lang="en-US"/>
        </a:p>
      </dgm:t>
    </dgm:pt>
    <dgm:pt modelId="{625F7DD0-E0D6-424C-872E-C2CF1A3DC822}" type="sibTrans" cxnId="{422C8A21-8EFB-445C-B54E-424CE2198F60}">
      <dgm:prSet/>
      <dgm:spPr/>
      <dgm:t>
        <a:bodyPr/>
        <a:lstStyle/>
        <a:p>
          <a:endParaRPr lang="en-US"/>
        </a:p>
      </dgm:t>
    </dgm:pt>
    <dgm:pt modelId="{22FA8361-FA7F-46B4-AD41-D6F105EA9275}" type="pres">
      <dgm:prSet presAssocID="{12C3A65E-FEE1-433E-927C-12A192F0595D}" presName="linear" presStyleCnt="0">
        <dgm:presLayoutVars>
          <dgm:animLvl val="lvl"/>
          <dgm:resizeHandles val="exact"/>
        </dgm:presLayoutVars>
      </dgm:prSet>
      <dgm:spPr/>
    </dgm:pt>
    <dgm:pt modelId="{FAC0CFA2-ED44-4026-A130-A059F7A31D36}" type="pres">
      <dgm:prSet presAssocID="{58828255-82D9-401F-BA55-8A5BC915720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CCCF0E6-88F5-4AED-B4A1-E720211DB2B0}" type="pres">
      <dgm:prSet presAssocID="{B9BFD305-E698-4E5C-A4F5-670FC132BD60}" presName="spacer" presStyleCnt="0"/>
      <dgm:spPr/>
    </dgm:pt>
    <dgm:pt modelId="{304B5B5B-A8D7-4B7D-909D-4D6729DF6496}" type="pres">
      <dgm:prSet presAssocID="{BAB9B3B5-774E-4541-85BB-869038C2BB6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5AAF27D-5A3C-40C2-9279-B10CB674F073}" type="pres">
      <dgm:prSet presAssocID="{FDC7BFC8-1068-4C73-85AE-6828D361CBC5}" presName="spacer" presStyleCnt="0"/>
      <dgm:spPr/>
    </dgm:pt>
    <dgm:pt modelId="{C54F302C-F1EC-44DB-9C34-F25425BCAC01}" type="pres">
      <dgm:prSet presAssocID="{4C614D23-FDCD-4DA2-A410-28BF21DEA2F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B9DE1E1-FF5E-4E20-B7B3-820021B4746B}" type="pres">
      <dgm:prSet presAssocID="{7AC573BA-71BD-4C31-A54A-5FDF4D4E20F0}" presName="spacer" presStyleCnt="0"/>
      <dgm:spPr/>
    </dgm:pt>
    <dgm:pt modelId="{01AB45CE-5B57-4A1E-AC98-816AE132E596}" type="pres">
      <dgm:prSet presAssocID="{A99FCB0A-1B64-49E4-B388-D1165CD08B5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CA7B7AF-C7C7-4088-8BB6-69E316EDFB8B}" type="pres">
      <dgm:prSet presAssocID="{6CE7409C-33C8-4A92-B4A1-34C2EA344A4F}" presName="spacer" presStyleCnt="0"/>
      <dgm:spPr/>
    </dgm:pt>
    <dgm:pt modelId="{8952D48B-477C-4203-A61E-21ADF1881748}" type="pres">
      <dgm:prSet presAssocID="{2C34A6C3-3320-49F9-8C6D-8817BE16239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D80DF00-4DAD-4F8F-8780-7179840C2C55}" type="presOf" srcId="{A99FCB0A-1B64-49E4-B388-D1165CD08B5C}" destId="{01AB45CE-5B57-4A1E-AC98-816AE132E596}" srcOrd="0" destOrd="0" presId="urn:microsoft.com/office/officeart/2005/8/layout/vList2"/>
    <dgm:cxn modelId="{688B3A0A-5DB6-472C-A5DA-5F5514DEEBA4}" type="presOf" srcId="{2C34A6C3-3320-49F9-8C6D-8817BE162394}" destId="{8952D48B-477C-4203-A61E-21ADF1881748}" srcOrd="0" destOrd="0" presId="urn:microsoft.com/office/officeart/2005/8/layout/vList2"/>
    <dgm:cxn modelId="{E45A7C14-E239-438D-B0B8-B23BD163FEF4}" type="presOf" srcId="{12C3A65E-FEE1-433E-927C-12A192F0595D}" destId="{22FA8361-FA7F-46B4-AD41-D6F105EA9275}" srcOrd="0" destOrd="0" presId="urn:microsoft.com/office/officeart/2005/8/layout/vList2"/>
    <dgm:cxn modelId="{422C8A21-8EFB-445C-B54E-424CE2198F60}" srcId="{12C3A65E-FEE1-433E-927C-12A192F0595D}" destId="{2C34A6C3-3320-49F9-8C6D-8817BE162394}" srcOrd="4" destOrd="0" parTransId="{0FCA2E1C-6AA4-42C1-BD19-0DD10A7661E5}" sibTransId="{625F7DD0-E0D6-424C-872E-C2CF1A3DC822}"/>
    <dgm:cxn modelId="{48152A2E-3B4D-4653-B1C4-E40BAC835654}" srcId="{12C3A65E-FEE1-433E-927C-12A192F0595D}" destId="{BAB9B3B5-774E-4541-85BB-869038C2BB63}" srcOrd="1" destOrd="0" parTransId="{2A727239-3C99-42AA-9768-BF4F6CDB13E2}" sibTransId="{FDC7BFC8-1068-4C73-85AE-6828D361CBC5}"/>
    <dgm:cxn modelId="{DADBC361-E89E-47BE-A3A1-A8EBDB24C7AE}" srcId="{12C3A65E-FEE1-433E-927C-12A192F0595D}" destId="{A99FCB0A-1B64-49E4-B388-D1165CD08B5C}" srcOrd="3" destOrd="0" parTransId="{DB016181-919F-4954-8120-E0E8E0BE8AE8}" sibTransId="{6CE7409C-33C8-4A92-B4A1-34C2EA344A4F}"/>
    <dgm:cxn modelId="{BAC56B4C-74F5-423E-8D8F-272F1208FC10}" type="presOf" srcId="{58828255-82D9-401F-BA55-8A5BC9157205}" destId="{FAC0CFA2-ED44-4026-A130-A059F7A31D36}" srcOrd="0" destOrd="0" presId="urn:microsoft.com/office/officeart/2005/8/layout/vList2"/>
    <dgm:cxn modelId="{328741A5-82F8-4AC8-9C9E-B33F4967F628}" srcId="{12C3A65E-FEE1-433E-927C-12A192F0595D}" destId="{4C614D23-FDCD-4DA2-A410-28BF21DEA2F0}" srcOrd="2" destOrd="0" parTransId="{DAF24F6D-8F1B-457A-9283-E0FEA8438624}" sibTransId="{7AC573BA-71BD-4C31-A54A-5FDF4D4E20F0}"/>
    <dgm:cxn modelId="{963C9BA6-1604-4425-8222-66D04CD90CF1}" type="presOf" srcId="{4C614D23-FDCD-4DA2-A410-28BF21DEA2F0}" destId="{C54F302C-F1EC-44DB-9C34-F25425BCAC01}" srcOrd="0" destOrd="0" presId="urn:microsoft.com/office/officeart/2005/8/layout/vList2"/>
    <dgm:cxn modelId="{D9C9B9DE-62CC-4033-8325-1E1FF4253D9F}" srcId="{12C3A65E-FEE1-433E-927C-12A192F0595D}" destId="{58828255-82D9-401F-BA55-8A5BC9157205}" srcOrd="0" destOrd="0" parTransId="{0C58BA34-377E-465C-A9CD-ED68CEE80DCC}" sibTransId="{B9BFD305-E698-4E5C-A4F5-670FC132BD60}"/>
    <dgm:cxn modelId="{AC2F15E4-7371-435D-A346-1735846B73E0}" type="presOf" srcId="{BAB9B3B5-774E-4541-85BB-869038C2BB63}" destId="{304B5B5B-A8D7-4B7D-909D-4D6729DF6496}" srcOrd="0" destOrd="0" presId="urn:microsoft.com/office/officeart/2005/8/layout/vList2"/>
    <dgm:cxn modelId="{7F171D00-A12C-463C-9C15-9C67459640CE}" type="presParOf" srcId="{22FA8361-FA7F-46B4-AD41-D6F105EA9275}" destId="{FAC0CFA2-ED44-4026-A130-A059F7A31D36}" srcOrd="0" destOrd="0" presId="urn:microsoft.com/office/officeart/2005/8/layout/vList2"/>
    <dgm:cxn modelId="{CC2D25BA-3687-4FC8-ABC4-31189696B05D}" type="presParOf" srcId="{22FA8361-FA7F-46B4-AD41-D6F105EA9275}" destId="{DCCCF0E6-88F5-4AED-B4A1-E720211DB2B0}" srcOrd="1" destOrd="0" presId="urn:microsoft.com/office/officeart/2005/8/layout/vList2"/>
    <dgm:cxn modelId="{0CA1C1A9-2B75-4B29-88DC-D90E2DF32C8B}" type="presParOf" srcId="{22FA8361-FA7F-46B4-AD41-D6F105EA9275}" destId="{304B5B5B-A8D7-4B7D-909D-4D6729DF6496}" srcOrd="2" destOrd="0" presId="urn:microsoft.com/office/officeart/2005/8/layout/vList2"/>
    <dgm:cxn modelId="{764E151C-753A-498B-9D2A-D6590E0E1D8A}" type="presParOf" srcId="{22FA8361-FA7F-46B4-AD41-D6F105EA9275}" destId="{D5AAF27D-5A3C-40C2-9279-B10CB674F073}" srcOrd="3" destOrd="0" presId="urn:microsoft.com/office/officeart/2005/8/layout/vList2"/>
    <dgm:cxn modelId="{0CFBB4D4-9B65-4224-A01F-6930FFCBD10F}" type="presParOf" srcId="{22FA8361-FA7F-46B4-AD41-D6F105EA9275}" destId="{C54F302C-F1EC-44DB-9C34-F25425BCAC01}" srcOrd="4" destOrd="0" presId="urn:microsoft.com/office/officeart/2005/8/layout/vList2"/>
    <dgm:cxn modelId="{D581FAEC-58D2-4EB7-A9CC-C1195EC6BA36}" type="presParOf" srcId="{22FA8361-FA7F-46B4-AD41-D6F105EA9275}" destId="{3B9DE1E1-FF5E-4E20-B7B3-820021B4746B}" srcOrd="5" destOrd="0" presId="urn:microsoft.com/office/officeart/2005/8/layout/vList2"/>
    <dgm:cxn modelId="{54B83343-4D76-4339-ACDF-92D5CB1575B3}" type="presParOf" srcId="{22FA8361-FA7F-46B4-AD41-D6F105EA9275}" destId="{01AB45CE-5B57-4A1E-AC98-816AE132E596}" srcOrd="6" destOrd="0" presId="urn:microsoft.com/office/officeart/2005/8/layout/vList2"/>
    <dgm:cxn modelId="{276D346B-D675-436C-A334-096288B0F463}" type="presParOf" srcId="{22FA8361-FA7F-46B4-AD41-D6F105EA9275}" destId="{ECA7B7AF-C7C7-4088-8BB6-69E316EDFB8B}" srcOrd="7" destOrd="0" presId="urn:microsoft.com/office/officeart/2005/8/layout/vList2"/>
    <dgm:cxn modelId="{56A9D57B-87F7-456B-BD37-D460186564D7}" type="presParOf" srcId="{22FA8361-FA7F-46B4-AD41-D6F105EA9275}" destId="{8952D48B-477C-4203-A61E-21ADF188174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A777A0-E7A8-42BB-98C6-6C8A22661219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586A8E8-D5D3-4488-A21E-D64232246C49}">
      <dgm:prSet/>
      <dgm:spPr/>
      <dgm:t>
        <a:bodyPr/>
        <a:lstStyle/>
        <a:p>
          <a:r>
            <a:rPr lang="ru-RU"/>
            <a:t>Основные новые теги HTML5:</a:t>
          </a:r>
          <a:endParaRPr lang="en-US"/>
        </a:p>
      </dgm:t>
    </dgm:pt>
    <dgm:pt modelId="{E229D35F-EC3C-4436-BEFA-81AE1E072355}" type="parTrans" cxnId="{BE93710C-6B84-410C-BAA9-45EA40CE8301}">
      <dgm:prSet/>
      <dgm:spPr/>
      <dgm:t>
        <a:bodyPr/>
        <a:lstStyle/>
        <a:p>
          <a:endParaRPr lang="en-US"/>
        </a:p>
      </dgm:t>
    </dgm:pt>
    <dgm:pt modelId="{51EA52D4-7BCC-40EA-BDC0-4C8672FED4A5}" type="sibTrans" cxnId="{BE93710C-6B84-410C-BAA9-45EA40CE8301}">
      <dgm:prSet/>
      <dgm:spPr/>
      <dgm:t>
        <a:bodyPr/>
        <a:lstStyle/>
        <a:p>
          <a:endParaRPr lang="en-US"/>
        </a:p>
      </dgm:t>
    </dgm:pt>
    <dgm:pt modelId="{D1F430BB-25B2-49FC-8F96-D991A6A7D473}">
      <dgm:prSet/>
      <dgm:spPr/>
      <dgm:t>
        <a:bodyPr/>
        <a:lstStyle/>
        <a:p>
          <a:r>
            <a:rPr lang="ru-RU"/>
            <a:t>&lt;header&gt; — верхняя часть страницы</a:t>
          </a:r>
          <a:endParaRPr lang="en-US"/>
        </a:p>
      </dgm:t>
    </dgm:pt>
    <dgm:pt modelId="{DDF88994-5E78-4DDD-BDBC-1B9B4F55452E}" type="parTrans" cxnId="{FBCE4384-9C35-4405-B0DE-AA0A8C5B285A}">
      <dgm:prSet/>
      <dgm:spPr/>
      <dgm:t>
        <a:bodyPr/>
        <a:lstStyle/>
        <a:p>
          <a:endParaRPr lang="en-US"/>
        </a:p>
      </dgm:t>
    </dgm:pt>
    <dgm:pt modelId="{CE9BB52A-C3C2-4A62-923B-104EA58013E1}" type="sibTrans" cxnId="{FBCE4384-9C35-4405-B0DE-AA0A8C5B285A}">
      <dgm:prSet/>
      <dgm:spPr/>
      <dgm:t>
        <a:bodyPr/>
        <a:lstStyle/>
        <a:p>
          <a:endParaRPr lang="en-US"/>
        </a:p>
      </dgm:t>
    </dgm:pt>
    <dgm:pt modelId="{F193CF79-D617-4FAC-9683-D6D8A4FC4FD0}">
      <dgm:prSet/>
      <dgm:spPr/>
      <dgm:t>
        <a:bodyPr/>
        <a:lstStyle/>
        <a:p>
          <a:r>
            <a:rPr lang="ru-RU"/>
            <a:t>&lt;nav&gt; — меню навигации</a:t>
          </a:r>
          <a:endParaRPr lang="en-US"/>
        </a:p>
      </dgm:t>
    </dgm:pt>
    <dgm:pt modelId="{B7960992-D86C-4729-8C10-F7AECFFB2801}" type="parTrans" cxnId="{888ED737-B97D-4E01-8A84-082CB1E7C908}">
      <dgm:prSet/>
      <dgm:spPr/>
      <dgm:t>
        <a:bodyPr/>
        <a:lstStyle/>
        <a:p>
          <a:endParaRPr lang="en-US"/>
        </a:p>
      </dgm:t>
    </dgm:pt>
    <dgm:pt modelId="{9B746140-F63F-4034-9024-969E14294712}" type="sibTrans" cxnId="{888ED737-B97D-4E01-8A84-082CB1E7C908}">
      <dgm:prSet/>
      <dgm:spPr/>
      <dgm:t>
        <a:bodyPr/>
        <a:lstStyle/>
        <a:p>
          <a:endParaRPr lang="en-US"/>
        </a:p>
      </dgm:t>
    </dgm:pt>
    <dgm:pt modelId="{3370E351-5FF4-4C0C-AD00-CAF716F73D6F}">
      <dgm:prSet/>
      <dgm:spPr/>
      <dgm:t>
        <a:bodyPr/>
        <a:lstStyle/>
        <a:p>
          <a:r>
            <a:rPr lang="ru-RU"/>
            <a:t>&lt;main&gt; — основное содержимое</a:t>
          </a:r>
          <a:endParaRPr lang="en-US"/>
        </a:p>
      </dgm:t>
    </dgm:pt>
    <dgm:pt modelId="{DF6666A3-5A59-4A6E-AF19-910A9C600D63}" type="parTrans" cxnId="{F86595ED-4785-43C8-A6E5-26E4C0955252}">
      <dgm:prSet/>
      <dgm:spPr/>
      <dgm:t>
        <a:bodyPr/>
        <a:lstStyle/>
        <a:p>
          <a:endParaRPr lang="en-US"/>
        </a:p>
      </dgm:t>
    </dgm:pt>
    <dgm:pt modelId="{295D2D93-3801-4062-8918-3632658E85A3}" type="sibTrans" cxnId="{F86595ED-4785-43C8-A6E5-26E4C0955252}">
      <dgm:prSet/>
      <dgm:spPr/>
      <dgm:t>
        <a:bodyPr/>
        <a:lstStyle/>
        <a:p>
          <a:endParaRPr lang="en-US"/>
        </a:p>
      </dgm:t>
    </dgm:pt>
    <dgm:pt modelId="{AFE36026-DF13-4ABE-A500-358E74238F6C}">
      <dgm:prSet/>
      <dgm:spPr/>
      <dgm:t>
        <a:bodyPr/>
        <a:lstStyle/>
        <a:p>
          <a:r>
            <a:rPr lang="ru-RU"/>
            <a:t>&lt;section&gt; — раздел страницы</a:t>
          </a:r>
          <a:endParaRPr lang="en-US"/>
        </a:p>
      </dgm:t>
    </dgm:pt>
    <dgm:pt modelId="{584F1791-F1E9-4C5B-97FF-DEE501EBCBA9}" type="parTrans" cxnId="{677C3121-7881-4B50-A2C1-46E403D4D4D1}">
      <dgm:prSet/>
      <dgm:spPr/>
      <dgm:t>
        <a:bodyPr/>
        <a:lstStyle/>
        <a:p>
          <a:endParaRPr lang="en-US"/>
        </a:p>
      </dgm:t>
    </dgm:pt>
    <dgm:pt modelId="{61F08BA0-144D-4D0B-B258-BE66AE5ECA93}" type="sibTrans" cxnId="{677C3121-7881-4B50-A2C1-46E403D4D4D1}">
      <dgm:prSet/>
      <dgm:spPr/>
      <dgm:t>
        <a:bodyPr/>
        <a:lstStyle/>
        <a:p>
          <a:endParaRPr lang="en-US"/>
        </a:p>
      </dgm:t>
    </dgm:pt>
    <dgm:pt modelId="{4731BFD1-9A73-4AA4-846C-D65A485EF5AB}">
      <dgm:prSet/>
      <dgm:spPr/>
      <dgm:t>
        <a:bodyPr/>
        <a:lstStyle/>
        <a:p>
          <a:r>
            <a:rPr lang="ru-RU"/>
            <a:t>&lt;footer&gt; — нижняя часть страницы</a:t>
          </a:r>
          <a:endParaRPr lang="en-US"/>
        </a:p>
      </dgm:t>
    </dgm:pt>
    <dgm:pt modelId="{F5EC4CB3-95BA-44D2-B151-A3E2F7903EFC}" type="parTrans" cxnId="{E18A27E4-C6E6-4E7D-A31D-F87A2DFF1AAB}">
      <dgm:prSet/>
      <dgm:spPr/>
      <dgm:t>
        <a:bodyPr/>
        <a:lstStyle/>
        <a:p>
          <a:endParaRPr lang="en-US"/>
        </a:p>
      </dgm:t>
    </dgm:pt>
    <dgm:pt modelId="{03D61D6E-FBC5-4C56-B148-30D237CB1009}" type="sibTrans" cxnId="{E18A27E4-C6E6-4E7D-A31D-F87A2DFF1AAB}">
      <dgm:prSet/>
      <dgm:spPr/>
      <dgm:t>
        <a:bodyPr/>
        <a:lstStyle/>
        <a:p>
          <a:endParaRPr lang="en-US"/>
        </a:p>
      </dgm:t>
    </dgm:pt>
    <dgm:pt modelId="{12A7296C-9DE1-4D39-8D2D-91EF2A68364F}">
      <dgm:prSet/>
      <dgm:spPr/>
      <dgm:t>
        <a:bodyPr/>
        <a:lstStyle/>
        <a:p>
          <a:r>
            <a:rPr lang="ru-RU"/>
            <a:t>Эти теги </a:t>
          </a:r>
          <a:r>
            <a:rPr lang="ru-RU" b="1"/>
            <a:t>заменяют обычные &lt;div&gt;</a:t>
          </a:r>
          <a:r>
            <a:rPr lang="ru-RU"/>
            <a:t>.</a:t>
          </a:r>
          <a:endParaRPr lang="en-US"/>
        </a:p>
      </dgm:t>
    </dgm:pt>
    <dgm:pt modelId="{2AE098F8-9C1F-4728-B4B3-7527F0BDC5EA}" type="parTrans" cxnId="{9EEF9682-A7C0-492E-8AD4-0286BA7DFE5F}">
      <dgm:prSet/>
      <dgm:spPr/>
      <dgm:t>
        <a:bodyPr/>
        <a:lstStyle/>
        <a:p>
          <a:endParaRPr lang="en-US"/>
        </a:p>
      </dgm:t>
    </dgm:pt>
    <dgm:pt modelId="{3D35D56E-575E-4936-A8E1-9241C2DB75A4}" type="sibTrans" cxnId="{9EEF9682-A7C0-492E-8AD4-0286BA7DFE5F}">
      <dgm:prSet/>
      <dgm:spPr/>
      <dgm:t>
        <a:bodyPr/>
        <a:lstStyle/>
        <a:p>
          <a:endParaRPr lang="en-US"/>
        </a:p>
      </dgm:t>
    </dgm:pt>
    <dgm:pt modelId="{1C90D84D-B10F-41A5-851D-0BFB7C1AE1ED}" type="pres">
      <dgm:prSet presAssocID="{98A777A0-E7A8-42BB-98C6-6C8A22661219}" presName="vert0" presStyleCnt="0">
        <dgm:presLayoutVars>
          <dgm:dir/>
          <dgm:animOne val="branch"/>
          <dgm:animLvl val="lvl"/>
        </dgm:presLayoutVars>
      </dgm:prSet>
      <dgm:spPr/>
    </dgm:pt>
    <dgm:pt modelId="{36A6FF63-40BC-4B27-9725-306A351E01B6}" type="pres">
      <dgm:prSet presAssocID="{9586A8E8-D5D3-4488-A21E-D64232246C49}" presName="thickLine" presStyleLbl="alignNode1" presStyleIdx="0" presStyleCnt="7"/>
      <dgm:spPr/>
    </dgm:pt>
    <dgm:pt modelId="{ABAEEEB3-F13A-4F98-BD08-06827C8F89B3}" type="pres">
      <dgm:prSet presAssocID="{9586A8E8-D5D3-4488-A21E-D64232246C49}" presName="horz1" presStyleCnt="0"/>
      <dgm:spPr/>
    </dgm:pt>
    <dgm:pt modelId="{14CA18FE-217E-4735-8AC3-B48F6154C62B}" type="pres">
      <dgm:prSet presAssocID="{9586A8E8-D5D3-4488-A21E-D64232246C49}" presName="tx1" presStyleLbl="revTx" presStyleIdx="0" presStyleCnt="7"/>
      <dgm:spPr/>
    </dgm:pt>
    <dgm:pt modelId="{F7163789-0558-409C-91BC-7E24796A3684}" type="pres">
      <dgm:prSet presAssocID="{9586A8E8-D5D3-4488-A21E-D64232246C49}" presName="vert1" presStyleCnt="0"/>
      <dgm:spPr/>
    </dgm:pt>
    <dgm:pt modelId="{4B0B4FE8-04FA-455A-A5F1-3B9BB5D58C79}" type="pres">
      <dgm:prSet presAssocID="{D1F430BB-25B2-49FC-8F96-D991A6A7D473}" presName="thickLine" presStyleLbl="alignNode1" presStyleIdx="1" presStyleCnt="7"/>
      <dgm:spPr/>
    </dgm:pt>
    <dgm:pt modelId="{F0BB48A5-F2E9-42E8-A4F3-5FE3E8A0A6E8}" type="pres">
      <dgm:prSet presAssocID="{D1F430BB-25B2-49FC-8F96-D991A6A7D473}" presName="horz1" presStyleCnt="0"/>
      <dgm:spPr/>
    </dgm:pt>
    <dgm:pt modelId="{9466EFD9-E137-4A8C-8974-E58DD5E51C5C}" type="pres">
      <dgm:prSet presAssocID="{D1F430BB-25B2-49FC-8F96-D991A6A7D473}" presName="tx1" presStyleLbl="revTx" presStyleIdx="1" presStyleCnt="7"/>
      <dgm:spPr/>
    </dgm:pt>
    <dgm:pt modelId="{6307527F-6525-4267-9ADD-924B92A0D924}" type="pres">
      <dgm:prSet presAssocID="{D1F430BB-25B2-49FC-8F96-D991A6A7D473}" presName="vert1" presStyleCnt="0"/>
      <dgm:spPr/>
    </dgm:pt>
    <dgm:pt modelId="{051EC1FA-0698-4236-84CF-6624DD19F424}" type="pres">
      <dgm:prSet presAssocID="{F193CF79-D617-4FAC-9683-D6D8A4FC4FD0}" presName="thickLine" presStyleLbl="alignNode1" presStyleIdx="2" presStyleCnt="7"/>
      <dgm:spPr/>
    </dgm:pt>
    <dgm:pt modelId="{F41CD1A9-C906-4477-A60C-BB64E2C04E16}" type="pres">
      <dgm:prSet presAssocID="{F193CF79-D617-4FAC-9683-D6D8A4FC4FD0}" presName="horz1" presStyleCnt="0"/>
      <dgm:spPr/>
    </dgm:pt>
    <dgm:pt modelId="{1C6F52C4-3380-4028-948A-AAC5102CC452}" type="pres">
      <dgm:prSet presAssocID="{F193CF79-D617-4FAC-9683-D6D8A4FC4FD0}" presName="tx1" presStyleLbl="revTx" presStyleIdx="2" presStyleCnt="7"/>
      <dgm:spPr/>
    </dgm:pt>
    <dgm:pt modelId="{56FF42B7-47CE-4DD7-9D14-E5D372007514}" type="pres">
      <dgm:prSet presAssocID="{F193CF79-D617-4FAC-9683-D6D8A4FC4FD0}" presName="vert1" presStyleCnt="0"/>
      <dgm:spPr/>
    </dgm:pt>
    <dgm:pt modelId="{F8411705-CA70-4F8A-A09F-C0D9896912D2}" type="pres">
      <dgm:prSet presAssocID="{3370E351-5FF4-4C0C-AD00-CAF716F73D6F}" presName="thickLine" presStyleLbl="alignNode1" presStyleIdx="3" presStyleCnt="7"/>
      <dgm:spPr/>
    </dgm:pt>
    <dgm:pt modelId="{24879415-CB2F-4FA7-B3FB-78B9CF37B3BD}" type="pres">
      <dgm:prSet presAssocID="{3370E351-5FF4-4C0C-AD00-CAF716F73D6F}" presName="horz1" presStyleCnt="0"/>
      <dgm:spPr/>
    </dgm:pt>
    <dgm:pt modelId="{EDD8486B-0FF4-4524-A42F-A630FC941B66}" type="pres">
      <dgm:prSet presAssocID="{3370E351-5FF4-4C0C-AD00-CAF716F73D6F}" presName="tx1" presStyleLbl="revTx" presStyleIdx="3" presStyleCnt="7"/>
      <dgm:spPr/>
    </dgm:pt>
    <dgm:pt modelId="{D46C411C-BDA8-4B6C-B929-F6B7FC6D034D}" type="pres">
      <dgm:prSet presAssocID="{3370E351-5FF4-4C0C-AD00-CAF716F73D6F}" presName="vert1" presStyleCnt="0"/>
      <dgm:spPr/>
    </dgm:pt>
    <dgm:pt modelId="{D06BC381-0E93-4668-AB1F-40FAABB17E0D}" type="pres">
      <dgm:prSet presAssocID="{AFE36026-DF13-4ABE-A500-358E74238F6C}" presName="thickLine" presStyleLbl="alignNode1" presStyleIdx="4" presStyleCnt="7"/>
      <dgm:spPr/>
    </dgm:pt>
    <dgm:pt modelId="{E5D0E225-B373-41B8-80B0-907D594F9422}" type="pres">
      <dgm:prSet presAssocID="{AFE36026-DF13-4ABE-A500-358E74238F6C}" presName="horz1" presStyleCnt="0"/>
      <dgm:spPr/>
    </dgm:pt>
    <dgm:pt modelId="{88DA56CB-4EF9-4FFF-AB35-428A2D6FC120}" type="pres">
      <dgm:prSet presAssocID="{AFE36026-DF13-4ABE-A500-358E74238F6C}" presName="tx1" presStyleLbl="revTx" presStyleIdx="4" presStyleCnt="7"/>
      <dgm:spPr/>
    </dgm:pt>
    <dgm:pt modelId="{3C624B08-5A22-40A0-814F-205F5118FA02}" type="pres">
      <dgm:prSet presAssocID="{AFE36026-DF13-4ABE-A500-358E74238F6C}" presName="vert1" presStyleCnt="0"/>
      <dgm:spPr/>
    </dgm:pt>
    <dgm:pt modelId="{6FA8DEBC-3FAC-4104-8710-AE83CEB77599}" type="pres">
      <dgm:prSet presAssocID="{4731BFD1-9A73-4AA4-846C-D65A485EF5AB}" presName="thickLine" presStyleLbl="alignNode1" presStyleIdx="5" presStyleCnt="7"/>
      <dgm:spPr/>
    </dgm:pt>
    <dgm:pt modelId="{530DE292-6DB3-439C-A92F-4C5D417B4B71}" type="pres">
      <dgm:prSet presAssocID="{4731BFD1-9A73-4AA4-846C-D65A485EF5AB}" presName="horz1" presStyleCnt="0"/>
      <dgm:spPr/>
    </dgm:pt>
    <dgm:pt modelId="{F571B7BF-9BDC-41D5-AE0D-99A079B3D0FA}" type="pres">
      <dgm:prSet presAssocID="{4731BFD1-9A73-4AA4-846C-D65A485EF5AB}" presName="tx1" presStyleLbl="revTx" presStyleIdx="5" presStyleCnt="7"/>
      <dgm:spPr/>
    </dgm:pt>
    <dgm:pt modelId="{E1ECA741-18A3-4649-A9C8-E2BCCD66995E}" type="pres">
      <dgm:prSet presAssocID="{4731BFD1-9A73-4AA4-846C-D65A485EF5AB}" presName="vert1" presStyleCnt="0"/>
      <dgm:spPr/>
    </dgm:pt>
    <dgm:pt modelId="{3EEC60F7-28D7-4C31-B038-E4D84F6CC258}" type="pres">
      <dgm:prSet presAssocID="{12A7296C-9DE1-4D39-8D2D-91EF2A68364F}" presName="thickLine" presStyleLbl="alignNode1" presStyleIdx="6" presStyleCnt="7"/>
      <dgm:spPr/>
    </dgm:pt>
    <dgm:pt modelId="{631632CA-F09B-46CD-82CE-DA22BCCE9C35}" type="pres">
      <dgm:prSet presAssocID="{12A7296C-9DE1-4D39-8D2D-91EF2A68364F}" presName="horz1" presStyleCnt="0"/>
      <dgm:spPr/>
    </dgm:pt>
    <dgm:pt modelId="{36C6E85E-40D3-4C48-B880-EAC251BD58AA}" type="pres">
      <dgm:prSet presAssocID="{12A7296C-9DE1-4D39-8D2D-91EF2A68364F}" presName="tx1" presStyleLbl="revTx" presStyleIdx="6" presStyleCnt="7"/>
      <dgm:spPr/>
    </dgm:pt>
    <dgm:pt modelId="{D86DEED8-2D72-42B0-A7D8-BC5C121FD0A4}" type="pres">
      <dgm:prSet presAssocID="{12A7296C-9DE1-4D39-8D2D-91EF2A68364F}" presName="vert1" presStyleCnt="0"/>
      <dgm:spPr/>
    </dgm:pt>
  </dgm:ptLst>
  <dgm:cxnLst>
    <dgm:cxn modelId="{BE93710C-6B84-410C-BAA9-45EA40CE8301}" srcId="{98A777A0-E7A8-42BB-98C6-6C8A22661219}" destId="{9586A8E8-D5D3-4488-A21E-D64232246C49}" srcOrd="0" destOrd="0" parTransId="{E229D35F-EC3C-4436-BEFA-81AE1E072355}" sibTransId="{51EA52D4-7BCC-40EA-BDC0-4C8672FED4A5}"/>
    <dgm:cxn modelId="{414B201C-6E05-4513-86EB-7755F4C36020}" type="presOf" srcId="{9586A8E8-D5D3-4488-A21E-D64232246C49}" destId="{14CA18FE-217E-4735-8AC3-B48F6154C62B}" srcOrd="0" destOrd="0" presId="urn:microsoft.com/office/officeart/2008/layout/LinedList"/>
    <dgm:cxn modelId="{677C3121-7881-4B50-A2C1-46E403D4D4D1}" srcId="{98A777A0-E7A8-42BB-98C6-6C8A22661219}" destId="{AFE36026-DF13-4ABE-A500-358E74238F6C}" srcOrd="4" destOrd="0" parTransId="{584F1791-F1E9-4C5B-97FF-DEE501EBCBA9}" sibTransId="{61F08BA0-144D-4D0B-B258-BE66AE5ECA93}"/>
    <dgm:cxn modelId="{888ED737-B97D-4E01-8A84-082CB1E7C908}" srcId="{98A777A0-E7A8-42BB-98C6-6C8A22661219}" destId="{F193CF79-D617-4FAC-9683-D6D8A4FC4FD0}" srcOrd="2" destOrd="0" parTransId="{B7960992-D86C-4729-8C10-F7AECFFB2801}" sibTransId="{9B746140-F63F-4034-9024-969E14294712}"/>
    <dgm:cxn modelId="{E7EBFE39-A792-4963-B86A-BF01A826C905}" type="presOf" srcId="{D1F430BB-25B2-49FC-8F96-D991A6A7D473}" destId="{9466EFD9-E137-4A8C-8974-E58DD5E51C5C}" srcOrd="0" destOrd="0" presId="urn:microsoft.com/office/officeart/2008/layout/LinedList"/>
    <dgm:cxn modelId="{7C97FE3D-07DE-4CF0-B914-8CB5ACB9CC48}" type="presOf" srcId="{12A7296C-9DE1-4D39-8D2D-91EF2A68364F}" destId="{36C6E85E-40D3-4C48-B880-EAC251BD58AA}" srcOrd="0" destOrd="0" presId="urn:microsoft.com/office/officeart/2008/layout/LinedList"/>
    <dgm:cxn modelId="{45FF115D-232A-43A4-A43D-06E40E12ECEA}" type="presOf" srcId="{4731BFD1-9A73-4AA4-846C-D65A485EF5AB}" destId="{F571B7BF-9BDC-41D5-AE0D-99A079B3D0FA}" srcOrd="0" destOrd="0" presId="urn:microsoft.com/office/officeart/2008/layout/LinedList"/>
    <dgm:cxn modelId="{D4004D48-0887-49F3-92A9-E94E9CB0DF69}" type="presOf" srcId="{98A777A0-E7A8-42BB-98C6-6C8A22661219}" destId="{1C90D84D-B10F-41A5-851D-0BFB7C1AE1ED}" srcOrd="0" destOrd="0" presId="urn:microsoft.com/office/officeart/2008/layout/LinedList"/>
    <dgm:cxn modelId="{9EEF9682-A7C0-492E-8AD4-0286BA7DFE5F}" srcId="{98A777A0-E7A8-42BB-98C6-6C8A22661219}" destId="{12A7296C-9DE1-4D39-8D2D-91EF2A68364F}" srcOrd="6" destOrd="0" parTransId="{2AE098F8-9C1F-4728-B4B3-7527F0BDC5EA}" sibTransId="{3D35D56E-575E-4936-A8E1-9241C2DB75A4}"/>
    <dgm:cxn modelId="{FBCE4384-9C35-4405-B0DE-AA0A8C5B285A}" srcId="{98A777A0-E7A8-42BB-98C6-6C8A22661219}" destId="{D1F430BB-25B2-49FC-8F96-D991A6A7D473}" srcOrd="1" destOrd="0" parTransId="{DDF88994-5E78-4DDD-BDBC-1B9B4F55452E}" sibTransId="{CE9BB52A-C3C2-4A62-923B-104EA58013E1}"/>
    <dgm:cxn modelId="{8B84F2A5-925E-4FED-BB7E-C6ABBD3BE99D}" type="presOf" srcId="{AFE36026-DF13-4ABE-A500-358E74238F6C}" destId="{88DA56CB-4EF9-4FFF-AB35-428A2D6FC120}" srcOrd="0" destOrd="0" presId="urn:microsoft.com/office/officeart/2008/layout/LinedList"/>
    <dgm:cxn modelId="{42EA22A9-D005-4E05-9D5A-CD83DA431C55}" type="presOf" srcId="{F193CF79-D617-4FAC-9683-D6D8A4FC4FD0}" destId="{1C6F52C4-3380-4028-948A-AAC5102CC452}" srcOrd="0" destOrd="0" presId="urn:microsoft.com/office/officeart/2008/layout/LinedList"/>
    <dgm:cxn modelId="{E18A27E4-C6E6-4E7D-A31D-F87A2DFF1AAB}" srcId="{98A777A0-E7A8-42BB-98C6-6C8A22661219}" destId="{4731BFD1-9A73-4AA4-846C-D65A485EF5AB}" srcOrd="5" destOrd="0" parTransId="{F5EC4CB3-95BA-44D2-B151-A3E2F7903EFC}" sibTransId="{03D61D6E-FBC5-4C56-B148-30D237CB1009}"/>
    <dgm:cxn modelId="{F86595ED-4785-43C8-A6E5-26E4C0955252}" srcId="{98A777A0-E7A8-42BB-98C6-6C8A22661219}" destId="{3370E351-5FF4-4C0C-AD00-CAF716F73D6F}" srcOrd="3" destOrd="0" parTransId="{DF6666A3-5A59-4A6E-AF19-910A9C600D63}" sibTransId="{295D2D93-3801-4062-8918-3632658E85A3}"/>
    <dgm:cxn modelId="{B5BC2DFB-3E49-402A-9AFB-FE9C646752D2}" type="presOf" srcId="{3370E351-5FF4-4C0C-AD00-CAF716F73D6F}" destId="{EDD8486B-0FF4-4524-A42F-A630FC941B66}" srcOrd="0" destOrd="0" presId="urn:microsoft.com/office/officeart/2008/layout/LinedList"/>
    <dgm:cxn modelId="{BFCC8602-D27F-4CD6-85B5-631D03784E6E}" type="presParOf" srcId="{1C90D84D-B10F-41A5-851D-0BFB7C1AE1ED}" destId="{36A6FF63-40BC-4B27-9725-306A351E01B6}" srcOrd="0" destOrd="0" presId="urn:microsoft.com/office/officeart/2008/layout/LinedList"/>
    <dgm:cxn modelId="{968CB970-A5CA-42AE-8C46-0614C1500DA7}" type="presParOf" srcId="{1C90D84D-B10F-41A5-851D-0BFB7C1AE1ED}" destId="{ABAEEEB3-F13A-4F98-BD08-06827C8F89B3}" srcOrd="1" destOrd="0" presId="urn:microsoft.com/office/officeart/2008/layout/LinedList"/>
    <dgm:cxn modelId="{1DAEF979-02D3-40F2-A7FA-FE0C20D2BA9B}" type="presParOf" srcId="{ABAEEEB3-F13A-4F98-BD08-06827C8F89B3}" destId="{14CA18FE-217E-4735-8AC3-B48F6154C62B}" srcOrd="0" destOrd="0" presId="urn:microsoft.com/office/officeart/2008/layout/LinedList"/>
    <dgm:cxn modelId="{4DD41492-53F3-469E-821C-AE8CA2B55B00}" type="presParOf" srcId="{ABAEEEB3-F13A-4F98-BD08-06827C8F89B3}" destId="{F7163789-0558-409C-91BC-7E24796A3684}" srcOrd="1" destOrd="0" presId="urn:microsoft.com/office/officeart/2008/layout/LinedList"/>
    <dgm:cxn modelId="{5B95E707-132A-4FDD-A84F-678BE7E852C2}" type="presParOf" srcId="{1C90D84D-B10F-41A5-851D-0BFB7C1AE1ED}" destId="{4B0B4FE8-04FA-455A-A5F1-3B9BB5D58C79}" srcOrd="2" destOrd="0" presId="urn:microsoft.com/office/officeart/2008/layout/LinedList"/>
    <dgm:cxn modelId="{4D17D1D3-AD2E-410C-BCAA-4E41AF574BC7}" type="presParOf" srcId="{1C90D84D-B10F-41A5-851D-0BFB7C1AE1ED}" destId="{F0BB48A5-F2E9-42E8-A4F3-5FE3E8A0A6E8}" srcOrd="3" destOrd="0" presId="urn:microsoft.com/office/officeart/2008/layout/LinedList"/>
    <dgm:cxn modelId="{88AE3A92-02FA-4F88-ACA7-9D291FCCA84D}" type="presParOf" srcId="{F0BB48A5-F2E9-42E8-A4F3-5FE3E8A0A6E8}" destId="{9466EFD9-E137-4A8C-8974-E58DD5E51C5C}" srcOrd="0" destOrd="0" presId="urn:microsoft.com/office/officeart/2008/layout/LinedList"/>
    <dgm:cxn modelId="{AB361D6C-F668-447D-A51F-16E4CA9C0776}" type="presParOf" srcId="{F0BB48A5-F2E9-42E8-A4F3-5FE3E8A0A6E8}" destId="{6307527F-6525-4267-9ADD-924B92A0D924}" srcOrd="1" destOrd="0" presId="urn:microsoft.com/office/officeart/2008/layout/LinedList"/>
    <dgm:cxn modelId="{E717BD1F-5E33-4C34-AE42-CEED86F4A66E}" type="presParOf" srcId="{1C90D84D-B10F-41A5-851D-0BFB7C1AE1ED}" destId="{051EC1FA-0698-4236-84CF-6624DD19F424}" srcOrd="4" destOrd="0" presId="urn:microsoft.com/office/officeart/2008/layout/LinedList"/>
    <dgm:cxn modelId="{BCDC786D-D3F7-49BF-B350-7CC1550B24A7}" type="presParOf" srcId="{1C90D84D-B10F-41A5-851D-0BFB7C1AE1ED}" destId="{F41CD1A9-C906-4477-A60C-BB64E2C04E16}" srcOrd="5" destOrd="0" presId="urn:microsoft.com/office/officeart/2008/layout/LinedList"/>
    <dgm:cxn modelId="{7899AF93-FE4B-4892-9DCD-A207CF67A4D4}" type="presParOf" srcId="{F41CD1A9-C906-4477-A60C-BB64E2C04E16}" destId="{1C6F52C4-3380-4028-948A-AAC5102CC452}" srcOrd="0" destOrd="0" presId="urn:microsoft.com/office/officeart/2008/layout/LinedList"/>
    <dgm:cxn modelId="{D6065E0B-2797-423B-83B4-AD7FF8AA0719}" type="presParOf" srcId="{F41CD1A9-C906-4477-A60C-BB64E2C04E16}" destId="{56FF42B7-47CE-4DD7-9D14-E5D372007514}" srcOrd="1" destOrd="0" presId="urn:microsoft.com/office/officeart/2008/layout/LinedList"/>
    <dgm:cxn modelId="{00A5A8AF-9F4E-48BC-8740-39933BD8A871}" type="presParOf" srcId="{1C90D84D-B10F-41A5-851D-0BFB7C1AE1ED}" destId="{F8411705-CA70-4F8A-A09F-C0D9896912D2}" srcOrd="6" destOrd="0" presId="urn:microsoft.com/office/officeart/2008/layout/LinedList"/>
    <dgm:cxn modelId="{1EF36ED2-BE7A-4E44-9AA3-1A46EBC374B7}" type="presParOf" srcId="{1C90D84D-B10F-41A5-851D-0BFB7C1AE1ED}" destId="{24879415-CB2F-4FA7-B3FB-78B9CF37B3BD}" srcOrd="7" destOrd="0" presId="urn:microsoft.com/office/officeart/2008/layout/LinedList"/>
    <dgm:cxn modelId="{E7187E2F-F477-4468-BF6A-FF97C3E78FA6}" type="presParOf" srcId="{24879415-CB2F-4FA7-B3FB-78B9CF37B3BD}" destId="{EDD8486B-0FF4-4524-A42F-A630FC941B66}" srcOrd="0" destOrd="0" presId="urn:microsoft.com/office/officeart/2008/layout/LinedList"/>
    <dgm:cxn modelId="{D93E2FF6-8743-41BA-AFB2-86BC0ED1C0DA}" type="presParOf" srcId="{24879415-CB2F-4FA7-B3FB-78B9CF37B3BD}" destId="{D46C411C-BDA8-4B6C-B929-F6B7FC6D034D}" srcOrd="1" destOrd="0" presId="urn:microsoft.com/office/officeart/2008/layout/LinedList"/>
    <dgm:cxn modelId="{06BA5F76-D595-48EC-81CF-DD0BC22EA491}" type="presParOf" srcId="{1C90D84D-B10F-41A5-851D-0BFB7C1AE1ED}" destId="{D06BC381-0E93-4668-AB1F-40FAABB17E0D}" srcOrd="8" destOrd="0" presId="urn:microsoft.com/office/officeart/2008/layout/LinedList"/>
    <dgm:cxn modelId="{DCD4AB57-41BF-4C9B-9A8F-2AF0F8270A2B}" type="presParOf" srcId="{1C90D84D-B10F-41A5-851D-0BFB7C1AE1ED}" destId="{E5D0E225-B373-41B8-80B0-907D594F9422}" srcOrd="9" destOrd="0" presId="urn:microsoft.com/office/officeart/2008/layout/LinedList"/>
    <dgm:cxn modelId="{0B66F1BE-C3C9-4DEA-A156-7D73C5D4A90D}" type="presParOf" srcId="{E5D0E225-B373-41B8-80B0-907D594F9422}" destId="{88DA56CB-4EF9-4FFF-AB35-428A2D6FC120}" srcOrd="0" destOrd="0" presId="urn:microsoft.com/office/officeart/2008/layout/LinedList"/>
    <dgm:cxn modelId="{E7370E2D-4053-4DEF-B50C-933B6FA57216}" type="presParOf" srcId="{E5D0E225-B373-41B8-80B0-907D594F9422}" destId="{3C624B08-5A22-40A0-814F-205F5118FA02}" srcOrd="1" destOrd="0" presId="urn:microsoft.com/office/officeart/2008/layout/LinedList"/>
    <dgm:cxn modelId="{4F5D4E06-20BA-4783-BD24-CAD1C4831861}" type="presParOf" srcId="{1C90D84D-B10F-41A5-851D-0BFB7C1AE1ED}" destId="{6FA8DEBC-3FAC-4104-8710-AE83CEB77599}" srcOrd="10" destOrd="0" presId="urn:microsoft.com/office/officeart/2008/layout/LinedList"/>
    <dgm:cxn modelId="{DCEDB344-92F6-4B25-86EF-5A571F55C690}" type="presParOf" srcId="{1C90D84D-B10F-41A5-851D-0BFB7C1AE1ED}" destId="{530DE292-6DB3-439C-A92F-4C5D417B4B71}" srcOrd="11" destOrd="0" presId="urn:microsoft.com/office/officeart/2008/layout/LinedList"/>
    <dgm:cxn modelId="{B0569E3C-4BE8-41A0-91A7-15D7DE338FDF}" type="presParOf" srcId="{530DE292-6DB3-439C-A92F-4C5D417B4B71}" destId="{F571B7BF-9BDC-41D5-AE0D-99A079B3D0FA}" srcOrd="0" destOrd="0" presId="urn:microsoft.com/office/officeart/2008/layout/LinedList"/>
    <dgm:cxn modelId="{06F8D201-6637-423D-B91D-8C87F70342C6}" type="presParOf" srcId="{530DE292-6DB3-439C-A92F-4C5D417B4B71}" destId="{E1ECA741-18A3-4649-A9C8-E2BCCD66995E}" srcOrd="1" destOrd="0" presId="urn:microsoft.com/office/officeart/2008/layout/LinedList"/>
    <dgm:cxn modelId="{0578A786-236F-4F58-B97D-1FB2F7F1A7AF}" type="presParOf" srcId="{1C90D84D-B10F-41A5-851D-0BFB7C1AE1ED}" destId="{3EEC60F7-28D7-4C31-B038-E4D84F6CC258}" srcOrd="12" destOrd="0" presId="urn:microsoft.com/office/officeart/2008/layout/LinedList"/>
    <dgm:cxn modelId="{D9F0A8CD-5A7E-438A-978C-D237FAD92E03}" type="presParOf" srcId="{1C90D84D-B10F-41A5-851D-0BFB7C1AE1ED}" destId="{631632CA-F09B-46CD-82CE-DA22BCCE9C35}" srcOrd="13" destOrd="0" presId="urn:microsoft.com/office/officeart/2008/layout/LinedList"/>
    <dgm:cxn modelId="{7C60A9CE-A16E-4516-89C1-E504EA452709}" type="presParOf" srcId="{631632CA-F09B-46CD-82CE-DA22BCCE9C35}" destId="{36C6E85E-40D3-4C48-B880-EAC251BD58AA}" srcOrd="0" destOrd="0" presId="urn:microsoft.com/office/officeart/2008/layout/LinedList"/>
    <dgm:cxn modelId="{875314C1-0E2D-4D85-8F8E-FA4516CD9A41}" type="presParOf" srcId="{631632CA-F09B-46CD-82CE-DA22BCCE9C35}" destId="{D86DEED8-2D72-42B0-A7D8-BC5C121FD0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1F9CAA-14E0-4072-9BA2-D54BC3FE00F0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3CC7E8A-4F30-4565-A3CD-93737B27F598}">
      <dgm:prSet/>
      <dgm:spPr/>
      <dgm:t>
        <a:bodyPr/>
        <a:lstStyle/>
        <a:p>
          <a:r>
            <a:rPr lang="ru-RU"/>
            <a:t>&lt;header&gt; используется для:</a:t>
          </a:r>
          <a:endParaRPr lang="en-US"/>
        </a:p>
      </dgm:t>
    </dgm:pt>
    <dgm:pt modelId="{DF4F95DF-D514-4A3C-8EDA-24101F90BF4F}" type="parTrans" cxnId="{ED41EA5B-E757-4FEB-BDFD-9DB2375DD478}">
      <dgm:prSet/>
      <dgm:spPr/>
      <dgm:t>
        <a:bodyPr/>
        <a:lstStyle/>
        <a:p>
          <a:endParaRPr lang="en-US"/>
        </a:p>
      </dgm:t>
    </dgm:pt>
    <dgm:pt modelId="{35DD7FA2-D20C-44C4-AA24-FEA3F82D187C}" type="sibTrans" cxnId="{ED41EA5B-E757-4FEB-BDFD-9DB2375DD478}">
      <dgm:prSet/>
      <dgm:spPr/>
      <dgm:t>
        <a:bodyPr/>
        <a:lstStyle/>
        <a:p>
          <a:endParaRPr lang="en-US"/>
        </a:p>
      </dgm:t>
    </dgm:pt>
    <dgm:pt modelId="{FE3583A1-769D-4E15-A1C6-5040F2A5F683}">
      <dgm:prSet/>
      <dgm:spPr/>
      <dgm:t>
        <a:bodyPr/>
        <a:lstStyle/>
        <a:p>
          <a:r>
            <a:rPr lang="ru-RU"/>
            <a:t>названия сайта</a:t>
          </a:r>
          <a:endParaRPr lang="en-US"/>
        </a:p>
      </dgm:t>
    </dgm:pt>
    <dgm:pt modelId="{1E8742FF-D255-42AF-A832-BD7F680D228A}" type="parTrans" cxnId="{D7991AFF-ABBE-49A7-BD1B-6F458A8EC61E}">
      <dgm:prSet/>
      <dgm:spPr/>
      <dgm:t>
        <a:bodyPr/>
        <a:lstStyle/>
        <a:p>
          <a:endParaRPr lang="en-US"/>
        </a:p>
      </dgm:t>
    </dgm:pt>
    <dgm:pt modelId="{9855183D-C702-4740-98F6-2192E3DEB465}" type="sibTrans" cxnId="{D7991AFF-ABBE-49A7-BD1B-6F458A8EC61E}">
      <dgm:prSet/>
      <dgm:spPr/>
      <dgm:t>
        <a:bodyPr/>
        <a:lstStyle/>
        <a:p>
          <a:endParaRPr lang="en-US"/>
        </a:p>
      </dgm:t>
    </dgm:pt>
    <dgm:pt modelId="{3D807F55-0178-49B7-8742-C125F4140BCB}">
      <dgm:prSet/>
      <dgm:spPr/>
      <dgm:t>
        <a:bodyPr/>
        <a:lstStyle/>
        <a:p>
          <a:r>
            <a:rPr lang="ru-RU"/>
            <a:t>логотипа</a:t>
          </a:r>
          <a:endParaRPr lang="en-US"/>
        </a:p>
      </dgm:t>
    </dgm:pt>
    <dgm:pt modelId="{9EF22D80-2B87-4E64-AC8E-21987D6BE30B}" type="parTrans" cxnId="{DF7F3F22-22EA-4C7D-AD36-0C45ED66E294}">
      <dgm:prSet/>
      <dgm:spPr/>
      <dgm:t>
        <a:bodyPr/>
        <a:lstStyle/>
        <a:p>
          <a:endParaRPr lang="en-US"/>
        </a:p>
      </dgm:t>
    </dgm:pt>
    <dgm:pt modelId="{1E088A8A-6255-4EA9-9FCD-8725538C4000}" type="sibTrans" cxnId="{DF7F3F22-22EA-4C7D-AD36-0C45ED66E294}">
      <dgm:prSet/>
      <dgm:spPr/>
      <dgm:t>
        <a:bodyPr/>
        <a:lstStyle/>
        <a:p>
          <a:endParaRPr lang="en-US"/>
        </a:p>
      </dgm:t>
    </dgm:pt>
    <dgm:pt modelId="{F16DDBFE-4408-4114-BC48-37F01A78C72B}">
      <dgm:prSet/>
      <dgm:spPr/>
      <dgm:t>
        <a:bodyPr/>
        <a:lstStyle/>
        <a:p>
          <a:r>
            <a:rPr lang="ru-RU"/>
            <a:t>информации о странице</a:t>
          </a:r>
          <a:endParaRPr lang="en-US"/>
        </a:p>
      </dgm:t>
    </dgm:pt>
    <dgm:pt modelId="{A18AE5F5-7836-4938-9573-84096343EE2F}" type="parTrans" cxnId="{EDC28CFD-4BF2-489E-B3C0-C618331C38BC}">
      <dgm:prSet/>
      <dgm:spPr/>
      <dgm:t>
        <a:bodyPr/>
        <a:lstStyle/>
        <a:p>
          <a:endParaRPr lang="en-US"/>
        </a:p>
      </dgm:t>
    </dgm:pt>
    <dgm:pt modelId="{FF387206-9CCE-41C3-9756-CE0F69D9310C}" type="sibTrans" cxnId="{EDC28CFD-4BF2-489E-B3C0-C618331C38BC}">
      <dgm:prSet/>
      <dgm:spPr/>
      <dgm:t>
        <a:bodyPr/>
        <a:lstStyle/>
        <a:p>
          <a:endParaRPr lang="en-US"/>
        </a:p>
      </dgm:t>
    </dgm:pt>
    <dgm:pt modelId="{CE3359FA-F6BE-49DE-A444-A45B264F28D9}">
      <dgm:prSet/>
      <dgm:spPr/>
      <dgm:t>
        <a:bodyPr/>
        <a:lstStyle/>
        <a:p>
          <a:r>
            <a:rPr lang="ru-RU"/>
            <a:t>Обычно находится вверху страницы.</a:t>
          </a:r>
          <a:endParaRPr lang="en-US"/>
        </a:p>
      </dgm:t>
    </dgm:pt>
    <dgm:pt modelId="{3470E412-558E-4461-B9B2-06D9EC9964CD}" type="parTrans" cxnId="{D0398039-86D5-43BA-9581-97968ED122E9}">
      <dgm:prSet/>
      <dgm:spPr/>
      <dgm:t>
        <a:bodyPr/>
        <a:lstStyle/>
        <a:p>
          <a:endParaRPr lang="en-US"/>
        </a:p>
      </dgm:t>
    </dgm:pt>
    <dgm:pt modelId="{9BFC5E30-6AA1-4918-AF66-86A23EA32F45}" type="sibTrans" cxnId="{D0398039-86D5-43BA-9581-97968ED122E9}">
      <dgm:prSet/>
      <dgm:spPr/>
      <dgm:t>
        <a:bodyPr/>
        <a:lstStyle/>
        <a:p>
          <a:endParaRPr lang="en-US"/>
        </a:p>
      </dgm:t>
    </dgm:pt>
    <dgm:pt modelId="{7CA67812-163F-474F-B872-52E3D3DAC9C5}" type="pres">
      <dgm:prSet presAssocID="{2D1F9CAA-14E0-4072-9BA2-D54BC3FE00F0}" presName="vert0" presStyleCnt="0">
        <dgm:presLayoutVars>
          <dgm:dir/>
          <dgm:animOne val="branch"/>
          <dgm:animLvl val="lvl"/>
        </dgm:presLayoutVars>
      </dgm:prSet>
      <dgm:spPr/>
    </dgm:pt>
    <dgm:pt modelId="{CFFC261A-62C4-4864-978E-51CDF9308FC8}" type="pres">
      <dgm:prSet presAssocID="{23CC7E8A-4F30-4565-A3CD-93737B27F598}" presName="thickLine" presStyleLbl="alignNode1" presStyleIdx="0" presStyleCnt="5"/>
      <dgm:spPr/>
    </dgm:pt>
    <dgm:pt modelId="{227B5C63-F3C5-473C-977F-B10D287B52CA}" type="pres">
      <dgm:prSet presAssocID="{23CC7E8A-4F30-4565-A3CD-93737B27F598}" presName="horz1" presStyleCnt="0"/>
      <dgm:spPr/>
    </dgm:pt>
    <dgm:pt modelId="{F8E9E6DE-E5BE-4059-9930-BCA6556D578D}" type="pres">
      <dgm:prSet presAssocID="{23CC7E8A-4F30-4565-A3CD-93737B27F598}" presName="tx1" presStyleLbl="revTx" presStyleIdx="0" presStyleCnt="5"/>
      <dgm:spPr/>
    </dgm:pt>
    <dgm:pt modelId="{44507069-08DC-403F-88B3-336C7B077A45}" type="pres">
      <dgm:prSet presAssocID="{23CC7E8A-4F30-4565-A3CD-93737B27F598}" presName="vert1" presStyleCnt="0"/>
      <dgm:spPr/>
    </dgm:pt>
    <dgm:pt modelId="{3C5B53F0-18A5-4090-940B-8A08E6300B73}" type="pres">
      <dgm:prSet presAssocID="{FE3583A1-769D-4E15-A1C6-5040F2A5F683}" presName="thickLine" presStyleLbl="alignNode1" presStyleIdx="1" presStyleCnt="5"/>
      <dgm:spPr/>
    </dgm:pt>
    <dgm:pt modelId="{B512014C-5109-4FBB-AB61-2F81642E5B4A}" type="pres">
      <dgm:prSet presAssocID="{FE3583A1-769D-4E15-A1C6-5040F2A5F683}" presName="horz1" presStyleCnt="0"/>
      <dgm:spPr/>
    </dgm:pt>
    <dgm:pt modelId="{E76466F6-1FDB-4F98-B760-D3A58611BB3D}" type="pres">
      <dgm:prSet presAssocID="{FE3583A1-769D-4E15-A1C6-5040F2A5F683}" presName="tx1" presStyleLbl="revTx" presStyleIdx="1" presStyleCnt="5"/>
      <dgm:spPr/>
    </dgm:pt>
    <dgm:pt modelId="{6CB37DE3-4ECD-4789-961A-438C2DDE803A}" type="pres">
      <dgm:prSet presAssocID="{FE3583A1-769D-4E15-A1C6-5040F2A5F683}" presName="vert1" presStyleCnt="0"/>
      <dgm:spPr/>
    </dgm:pt>
    <dgm:pt modelId="{4436C30E-F59A-433A-97E5-EEDF62D39276}" type="pres">
      <dgm:prSet presAssocID="{3D807F55-0178-49B7-8742-C125F4140BCB}" presName="thickLine" presStyleLbl="alignNode1" presStyleIdx="2" presStyleCnt="5"/>
      <dgm:spPr/>
    </dgm:pt>
    <dgm:pt modelId="{6A5C8359-F592-4921-A3C5-40CECFCED97B}" type="pres">
      <dgm:prSet presAssocID="{3D807F55-0178-49B7-8742-C125F4140BCB}" presName="horz1" presStyleCnt="0"/>
      <dgm:spPr/>
    </dgm:pt>
    <dgm:pt modelId="{EB49913F-8D17-486C-AFC0-303B09907B7F}" type="pres">
      <dgm:prSet presAssocID="{3D807F55-0178-49B7-8742-C125F4140BCB}" presName="tx1" presStyleLbl="revTx" presStyleIdx="2" presStyleCnt="5"/>
      <dgm:spPr/>
    </dgm:pt>
    <dgm:pt modelId="{FB2AB497-2BF6-419F-B6FC-85F3321044C7}" type="pres">
      <dgm:prSet presAssocID="{3D807F55-0178-49B7-8742-C125F4140BCB}" presName="vert1" presStyleCnt="0"/>
      <dgm:spPr/>
    </dgm:pt>
    <dgm:pt modelId="{3190B89F-5F77-46EA-9487-72C0A38B2555}" type="pres">
      <dgm:prSet presAssocID="{F16DDBFE-4408-4114-BC48-37F01A78C72B}" presName="thickLine" presStyleLbl="alignNode1" presStyleIdx="3" presStyleCnt="5"/>
      <dgm:spPr/>
    </dgm:pt>
    <dgm:pt modelId="{F38C4DE9-E4D0-40FB-A5B6-9A49E5A7F273}" type="pres">
      <dgm:prSet presAssocID="{F16DDBFE-4408-4114-BC48-37F01A78C72B}" presName="horz1" presStyleCnt="0"/>
      <dgm:spPr/>
    </dgm:pt>
    <dgm:pt modelId="{B55BD814-4F88-4149-BF7B-92F491FB0A1A}" type="pres">
      <dgm:prSet presAssocID="{F16DDBFE-4408-4114-BC48-37F01A78C72B}" presName="tx1" presStyleLbl="revTx" presStyleIdx="3" presStyleCnt="5"/>
      <dgm:spPr/>
    </dgm:pt>
    <dgm:pt modelId="{4FE955B5-4455-49BF-9372-B8BDC496B34D}" type="pres">
      <dgm:prSet presAssocID="{F16DDBFE-4408-4114-BC48-37F01A78C72B}" presName="vert1" presStyleCnt="0"/>
      <dgm:spPr/>
    </dgm:pt>
    <dgm:pt modelId="{8D706EE4-0CA4-4CEA-9598-18189841B5C6}" type="pres">
      <dgm:prSet presAssocID="{CE3359FA-F6BE-49DE-A444-A45B264F28D9}" presName="thickLine" presStyleLbl="alignNode1" presStyleIdx="4" presStyleCnt="5"/>
      <dgm:spPr/>
    </dgm:pt>
    <dgm:pt modelId="{F1EA4FA7-424C-45F3-9D2A-EF75DEB29535}" type="pres">
      <dgm:prSet presAssocID="{CE3359FA-F6BE-49DE-A444-A45B264F28D9}" presName="horz1" presStyleCnt="0"/>
      <dgm:spPr/>
    </dgm:pt>
    <dgm:pt modelId="{306ACCAE-E150-4A8B-970E-C804C3D97AE6}" type="pres">
      <dgm:prSet presAssocID="{CE3359FA-F6BE-49DE-A444-A45B264F28D9}" presName="tx1" presStyleLbl="revTx" presStyleIdx="4" presStyleCnt="5"/>
      <dgm:spPr/>
    </dgm:pt>
    <dgm:pt modelId="{9EA9DB52-C218-4C14-A19C-41A26556D500}" type="pres">
      <dgm:prSet presAssocID="{CE3359FA-F6BE-49DE-A444-A45B264F28D9}" presName="vert1" presStyleCnt="0"/>
      <dgm:spPr/>
    </dgm:pt>
  </dgm:ptLst>
  <dgm:cxnLst>
    <dgm:cxn modelId="{9D1C9904-8D83-4554-A887-B6F41BBE18F4}" type="presOf" srcId="{F16DDBFE-4408-4114-BC48-37F01A78C72B}" destId="{B55BD814-4F88-4149-BF7B-92F491FB0A1A}" srcOrd="0" destOrd="0" presId="urn:microsoft.com/office/officeart/2008/layout/LinedList"/>
    <dgm:cxn modelId="{5DDA6B14-A97A-4343-BBFE-189F3ED8F0F2}" type="presOf" srcId="{FE3583A1-769D-4E15-A1C6-5040F2A5F683}" destId="{E76466F6-1FDB-4F98-B760-D3A58611BB3D}" srcOrd="0" destOrd="0" presId="urn:microsoft.com/office/officeart/2008/layout/LinedList"/>
    <dgm:cxn modelId="{DF7F3F22-22EA-4C7D-AD36-0C45ED66E294}" srcId="{2D1F9CAA-14E0-4072-9BA2-D54BC3FE00F0}" destId="{3D807F55-0178-49B7-8742-C125F4140BCB}" srcOrd="2" destOrd="0" parTransId="{9EF22D80-2B87-4E64-AC8E-21987D6BE30B}" sibTransId="{1E088A8A-6255-4EA9-9FCD-8725538C4000}"/>
    <dgm:cxn modelId="{74D57E2C-E809-4475-A9AF-FC9AE0073639}" type="presOf" srcId="{2D1F9CAA-14E0-4072-9BA2-D54BC3FE00F0}" destId="{7CA67812-163F-474F-B872-52E3D3DAC9C5}" srcOrd="0" destOrd="0" presId="urn:microsoft.com/office/officeart/2008/layout/LinedList"/>
    <dgm:cxn modelId="{D0398039-86D5-43BA-9581-97968ED122E9}" srcId="{2D1F9CAA-14E0-4072-9BA2-D54BC3FE00F0}" destId="{CE3359FA-F6BE-49DE-A444-A45B264F28D9}" srcOrd="4" destOrd="0" parTransId="{3470E412-558E-4461-B9B2-06D9EC9964CD}" sibTransId="{9BFC5E30-6AA1-4918-AF66-86A23EA32F45}"/>
    <dgm:cxn modelId="{ED41EA5B-E757-4FEB-BDFD-9DB2375DD478}" srcId="{2D1F9CAA-14E0-4072-9BA2-D54BC3FE00F0}" destId="{23CC7E8A-4F30-4565-A3CD-93737B27F598}" srcOrd="0" destOrd="0" parTransId="{DF4F95DF-D514-4A3C-8EDA-24101F90BF4F}" sibTransId="{35DD7FA2-D20C-44C4-AA24-FEA3F82D187C}"/>
    <dgm:cxn modelId="{DE9B7743-0BB2-4004-ABB2-3EE8C9B96711}" type="presOf" srcId="{23CC7E8A-4F30-4565-A3CD-93737B27F598}" destId="{F8E9E6DE-E5BE-4059-9930-BCA6556D578D}" srcOrd="0" destOrd="0" presId="urn:microsoft.com/office/officeart/2008/layout/LinedList"/>
    <dgm:cxn modelId="{FE2738DE-4E75-46BE-8671-4BB9728F94C5}" type="presOf" srcId="{3D807F55-0178-49B7-8742-C125F4140BCB}" destId="{EB49913F-8D17-486C-AFC0-303B09907B7F}" srcOrd="0" destOrd="0" presId="urn:microsoft.com/office/officeart/2008/layout/LinedList"/>
    <dgm:cxn modelId="{670461F1-8CB7-4A7E-8C04-04736A3660F0}" type="presOf" srcId="{CE3359FA-F6BE-49DE-A444-A45B264F28D9}" destId="{306ACCAE-E150-4A8B-970E-C804C3D97AE6}" srcOrd="0" destOrd="0" presId="urn:microsoft.com/office/officeart/2008/layout/LinedList"/>
    <dgm:cxn modelId="{EDC28CFD-4BF2-489E-B3C0-C618331C38BC}" srcId="{2D1F9CAA-14E0-4072-9BA2-D54BC3FE00F0}" destId="{F16DDBFE-4408-4114-BC48-37F01A78C72B}" srcOrd="3" destOrd="0" parTransId="{A18AE5F5-7836-4938-9573-84096343EE2F}" sibTransId="{FF387206-9CCE-41C3-9756-CE0F69D9310C}"/>
    <dgm:cxn modelId="{D7991AFF-ABBE-49A7-BD1B-6F458A8EC61E}" srcId="{2D1F9CAA-14E0-4072-9BA2-D54BC3FE00F0}" destId="{FE3583A1-769D-4E15-A1C6-5040F2A5F683}" srcOrd="1" destOrd="0" parTransId="{1E8742FF-D255-42AF-A832-BD7F680D228A}" sibTransId="{9855183D-C702-4740-98F6-2192E3DEB465}"/>
    <dgm:cxn modelId="{E41C0B0D-4A70-41BF-BE7F-C04BA537322C}" type="presParOf" srcId="{7CA67812-163F-474F-B872-52E3D3DAC9C5}" destId="{CFFC261A-62C4-4864-978E-51CDF9308FC8}" srcOrd="0" destOrd="0" presId="urn:microsoft.com/office/officeart/2008/layout/LinedList"/>
    <dgm:cxn modelId="{E2B6C358-4C68-4E8F-9E15-7663824E93C7}" type="presParOf" srcId="{7CA67812-163F-474F-B872-52E3D3DAC9C5}" destId="{227B5C63-F3C5-473C-977F-B10D287B52CA}" srcOrd="1" destOrd="0" presId="urn:microsoft.com/office/officeart/2008/layout/LinedList"/>
    <dgm:cxn modelId="{E683C1F7-F71C-44A2-B432-A7A8D110460F}" type="presParOf" srcId="{227B5C63-F3C5-473C-977F-B10D287B52CA}" destId="{F8E9E6DE-E5BE-4059-9930-BCA6556D578D}" srcOrd="0" destOrd="0" presId="urn:microsoft.com/office/officeart/2008/layout/LinedList"/>
    <dgm:cxn modelId="{82FB7112-4F51-4F28-9C48-B9F0B006F70D}" type="presParOf" srcId="{227B5C63-F3C5-473C-977F-B10D287B52CA}" destId="{44507069-08DC-403F-88B3-336C7B077A45}" srcOrd="1" destOrd="0" presId="urn:microsoft.com/office/officeart/2008/layout/LinedList"/>
    <dgm:cxn modelId="{DCD06DD8-848A-4A02-9117-B9BD5DA68A67}" type="presParOf" srcId="{7CA67812-163F-474F-B872-52E3D3DAC9C5}" destId="{3C5B53F0-18A5-4090-940B-8A08E6300B73}" srcOrd="2" destOrd="0" presId="urn:microsoft.com/office/officeart/2008/layout/LinedList"/>
    <dgm:cxn modelId="{9567CF62-55AA-4510-8BDB-5BAE5FD135EC}" type="presParOf" srcId="{7CA67812-163F-474F-B872-52E3D3DAC9C5}" destId="{B512014C-5109-4FBB-AB61-2F81642E5B4A}" srcOrd="3" destOrd="0" presId="urn:microsoft.com/office/officeart/2008/layout/LinedList"/>
    <dgm:cxn modelId="{5D5ED8E1-E786-45E8-8418-C136D3735D5D}" type="presParOf" srcId="{B512014C-5109-4FBB-AB61-2F81642E5B4A}" destId="{E76466F6-1FDB-4F98-B760-D3A58611BB3D}" srcOrd="0" destOrd="0" presId="urn:microsoft.com/office/officeart/2008/layout/LinedList"/>
    <dgm:cxn modelId="{72C934FA-FC0A-42C3-B966-31B7F9CCF04D}" type="presParOf" srcId="{B512014C-5109-4FBB-AB61-2F81642E5B4A}" destId="{6CB37DE3-4ECD-4789-961A-438C2DDE803A}" srcOrd="1" destOrd="0" presId="urn:microsoft.com/office/officeart/2008/layout/LinedList"/>
    <dgm:cxn modelId="{3051D372-0366-4B5D-A904-BD7A2324F043}" type="presParOf" srcId="{7CA67812-163F-474F-B872-52E3D3DAC9C5}" destId="{4436C30E-F59A-433A-97E5-EEDF62D39276}" srcOrd="4" destOrd="0" presId="urn:microsoft.com/office/officeart/2008/layout/LinedList"/>
    <dgm:cxn modelId="{7C168FAF-D3E1-4A35-BF78-F4EAD4E52AD0}" type="presParOf" srcId="{7CA67812-163F-474F-B872-52E3D3DAC9C5}" destId="{6A5C8359-F592-4921-A3C5-40CECFCED97B}" srcOrd="5" destOrd="0" presId="urn:microsoft.com/office/officeart/2008/layout/LinedList"/>
    <dgm:cxn modelId="{1710B108-CDBF-4AD1-8A9B-E54822CD8348}" type="presParOf" srcId="{6A5C8359-F592-4921-A3C5-40CECFCED97B}" destId="{EB49913F-8D17-486C-AFC0-303B09907B7F}" srcOrd="0" destOrd="0" presId="urn:microsoft.com/office/officeart/2008/layout/LinedList"/>
    <dgm:cxn modelId="{2FB8F7A4-8E52-4CC9-9A3B-32B87463646C}" type="presParOf" srcId="{6A5C8359-F592-4921-A3C5-40CECFCED97B}" destId="{FB2AB497-2BF6-419F-B6FC-85F3321044C7}" srcOrd="1" destOrd="0" presId="urn:microsoft.com/office/officeart/2008/layout/LinedList"/>
    <dgm:cxn modelId="{FF1DDD2B-D04D-46E8-BFAD-F69F34BEEB9F}" type="presParOf" srcId="{7CA67812-163F-474F-B872-52E3D3DAC9C5}" destId="{3190B89F-5F77-46EA-9487-72C0A38B2555}" srcOrd="6" destOrd="0" presId="urn:microsoft.com/office/officeart/2008/layout/LinedList"/>
    <dgm:cxn modelId="{8FAF4FF2-BEF7-406C-850C-185751A7961C}" type="presParOf" srcId="{7CA67812-163F-474F-B872-52E3D3DAC9C5}" destId="{F38C4DE9-E4D0-40FB-A5B6-9A49E5A7F273}" srcOrd="7" destOrd="0" presId="urn:microsoft.com/office/officeart/2008/layout/LinedList"/>
    <dgm:cxn modelId="{329224CC-0A3E-45D7-A72E-008876942140}" type="presParOf" srcId="{F38C4DE9-E4D0-40FB-A5B6-9A49E5A7F273}" destId="{B55BD814-4F88-4149-BF7B-92F491FB0A1A}" srcOrd="0" destOrd="0" presId="urn:microsoft.com/office/officeart/2008/layout/LinedList"/>
    <dgm:cxn modelId="{AAD2D21E-E849-4F6A-B1DB-B2788330E3B2}" type="presParOf" srcId="{F38C4DE9-E4D0-40FB-A5B6-9A49E5A7F273}" destId="{4FE955B5-4455-49BF-9372-B8BDC496B34D}" srcOrd="1" destOrd="0" presId="urn:microsoft.com/office/officeart/2008/layout/LinedList"/>
    <dgm:cxn modelId="{83F0AAD9-D9D4-409F-B7C8-D2013197E294}" type="presParOf" srcId="{7CA67812-163F-474F-B872-52E3D3DAC9C5}" destId="{8D706EE4-0CA4-4CEA-9598-18189841B5C6}" srcOrd="8" destOrd="0" presId="urn:microsoft.com/office/officeart/2008/layout/LinedList"/>
    <dgm:cxn modelId="{4E7F0A19-D9B2-4408-93EE-F4AE78EA0237}" type="presParOf" srcId="{7CA67812-163F-474F-B872-52E3D3DAC9C5}" destId="{F1EA4FA7-424C-45F3-9D2A-EF75DEB29535}" srcOrd="9" destOrd="0" presId="urn:microsoft.com/office/officeart/2008/layout/LinedList"/>
    <dgm:cxn modelId="{871A4639-A053-416B-8DDD-160336F55EDC}" type="presParOf" srcId="{F1EA4FA7-424C-45F3-9D2A-EF75DEB29535}" destId="{306ACCAE-E150-4A8B-970E-C804C3D97AE6}" srcOrd="0" destOrd="0" presId="urn:microsoft.com/office/officeart/2008/layout/LinedList"/>
    <dgm:cxn modelId="{4CFAEE04-FBE3-4596-96D8-70C506802C8E}" type="presParOf" srcId="{F1EA4FA7-424C-45F3-9D2A-EF75DEB29535}" destId="{9EA9DB52-C218-4C14-A19C-41A26556D50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8F84925-CB6E-41BE-931B-A8784EB7208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E0C9C9B-C9B9-4128-BCF4-8F89ADB5CC7C}">
      <dgm:prSet/>
      <dgm:spPr/>
      <dgm:t>
        <a:bodyPr/>
        <a:lstStyle/>
        <a:p>
          <a:r>
            <a:rPr lang="ru-RU"/>
            <a:t>&lt;nav&gt; — навигационное меню.</a:t>
          </a:r>
          <a:endParaRPr lang="en-US"/>
        </a:p>
      </dgm:t>
    </dgm:pt>
    <dgm:pt modelId="{69276064-1573-430F-921C-39D8CB8F3365}" type="parTrans" cxnId="{D3F9A565-E9CB-4EDB-AC1E-85580883A5E2}">
      <dgm:prSet/>
      <dgm:spPr/>
      <dgm:t>
        <a:bodyPr/>
        <a:lstStyle/>
        <a:p>
          <a:endParaRPr lang="en-US"/>
        </a:p>
      </dgm:t>
    </dgm:pt>
    <dgm:pt modelId="{959A40CF-BEB5-40AE-BD47-4A88CDB530E0}" type="sibTrans" cxnId="{D3F9A565-E9CB-4EDB-AC1E-85580883A5E2}">
      <dgm:prSet/>
      <dgm:spPr/>
      <dgm:t>
        <a:bodyPr/>
        <a:lstStyle/>
        <a:p>
          <a:endParaRPr lang="en-US"/>
        </a:p>
      </dgm:t>
    </dgm:pt>
    <dgm:pt modelId="{E0C121B3-5842-4EEC-9886-A99F77D2EF72}">
      <dgm:prSet/>
      <dgm:spPr/>
      <dgm:t>
        <a:bodyPr/>
        <a:lstStyle/>
        <a:p>
          <a:r>
            <a:rPr lang="ru-RU"/>
            <a:t>Внутри находятся ссылки:</a:t>
          </a:r>
          <a:endParaRPr lang="en-US"/>
        </a:p>
      </dgm:t>
    </dgm:pt>
    <dgm:pt modelId="{F2205C2C-B726-4F15-A423-237C7615C7B2}" type="parTrans" cxnId="{55911456-563A-4876-9B95-901200D00173}">
      <dgm:prSet/>
      <dgm:spPr/>
      <dgm:t>
        <a:bodyPr/>
        <a:lstStyle/>
        <a:p>
          <a:endParaRPr lang="en-US"/>
        </a:p>
      </dgm:t>
    </dgm:pt>
    <dgm:pt modelId="{F9A1E64E-6CFF-4649-AB32-4DCFECBB6A5B}" type="sibTrans" cxnId="{55911456-563A-4876-9B95-901200D00173}">
      <dgm:prSet/>
      <dgm:spPr/>
      <dgm:t>
        <a:bodyPr/>
        <a:lstStyle/>
        <a:p>
          <a:endParaRPr lang="en-US"/>
        </a:p>
      </dgm:t>
    </dgm:pt>
    <dgm:pt modelId="{43E78BE8-F72C-475D-AB98-9E4EDA83D350}">
      <dgm:prSet/>
      <dgm:spPr/>
      <dgm:t>
        <a:bodyPr/>
        <a:lstStyle/>
        <a:p>
          <a:r>
            <a:rPr lang="ru-RU"/>
            <a:t>на разделы сайта</a:t>
          </a:r>
          <a:endParaRPr lang="en-US"/>
        </a:p>
      </dgm:t>
    </dgm:pt>
    <dgm:pt modelId="{B142AB5C-1D92-4D28-B23E-5B85AF0BA620}" type="parTrans" cxnId="{EF353884-2931-4D31-9E62-BFA64C626002}">
      <dgm:prSet/>
      <dgm:spPr/>
      <dgm:t>
        <a:bodyPr/>
        <a:lstStyle/>
        <a:p>
          <a:endParaRPr lang="en-US"/>
        </a:p>
      </dgm:t>
    </dgm:pt>
    <dgm:pt modelId="{2AB6FA35-AFE9-474E-951D-B7886936D83C}" type="sibTrans" cxnId="{EF353884-2931-4D31-9E62-BFA64C626002}">
      <dgm:prSet/>
      <dgm:spPr/>
      <dgm:t>
        <a:bodyPr/>
        <a:lstStyle/>
        <a:p>
          <a:endParaRPr lang="en-US"/>
        </a:p>
      </dgm:t>
    </dgm:pt>
    <dgm:pt modelId="{7EC5EFEC-A059-4332-876B-4F564D1F3BAE}">
      <dgm:prSet/>
      <dgm:spPr/>
      <dgm:t>
        <a:bodyPr/>
        <a:lstStyle/>
        <a:p>
          <a:r>
            <a:rPr lang="ru-RU"/>
            <a:t>на другие страницы</a:t>
          </a:r>
          <a:endParaRPr lang="en-US"/>
        </a:p>
      </dgm:t>
    </dgm:pt>
    <dgm:pt modelId="{BF406A06-4CC7-460B-BE04-4A7B1C62D9FE}" type="parTrans" cxnId="{EC98FF45-337E-4F5D-8193-37ACAEA4C350}">
      <dgm:prSet/>
      <dgm:spPr/>
      <dgm:t>
        <a:bodyPr/>
        <a:lstStyle/>
        <a:p>
          <a:endParaRPr lang="en-US"/>
        </a:p>
      </dgm:t>
    </dgm:pt>
    <dgm:pt modelId="{95DD8764-6F74-4C93-9F6E-468F43E02CFC}" type="sibTrans" cxnId="{EC98FF45-337E-4F5D-8193-37ACAEA4C350}">
      <dgm:prSet/>
      <dgm:spPr/>
      <dgm:t>
        <a:bodyPr/>
        <a:lstStyle/>
        <a:p>
          <a:endParaRPr lang="en-US"/>
        </a:p>
      </dgm:t>
    </dgm:pt>
    <dgm:pt modelId="{FDA7C8E5-5A5A-4FFA-A510-CB82760BC419}">
      <dgm:prSet/>
      <dgm:spPr/>
      <dgm:t>
        <a:bodyPr/>
        <a:lstStyle/>
        <a:p>
          <a:r>
            <a:rPr lang="ru-RU"/>
            <a:t>Помогает пользователю ориентироваться.</a:t>
          </a:r>
          <a:endParaRPr lang="en-US"/>
        </a:p>
      </dgm:t>
    </dgm:pt>
    <dgm:pt modelId="{044001B1-7CEF-4B77-846A-D8E195327674}" type="parTrans" cxnId="{F5F9C2BC-E77E-4804-863C-78B13A0B278A}">
      <dgm:prSet/>
      <dgm:spPr/>
      <dgm:t>
        <a:bodyPr/>
        <a:lstStyle/>
        <a:p>
          <a:endParaRPr lang="en-US"/>
        </a:p>
      </dgm:t>
    </dgm:pt>
    <dgm:pt modelId="{B1D06EB0-59F6-4595-AECA-C3AF2409F379}" type="sibTrans" cxnId="{F5F9C2BC-E77E-4804-863C-78B13A0B278A}">
      <dgm:prSet/>
      <dgm:spPr/>
      <dgm:t>
        <a:bodyPr/>
        <a:lstStyle/>
        <a:p>
          <a:endParaRPr lang="en-US"/>
        </a:p>
      </dgm:t>
    </dgm:pt>
    <dgm:pt modelId="{E571324E-BB8C-462D-9A3B-EC2F9DAFB270}" type="pres">
      <dgm:prSet presAssocID="{28F84925-CB6E-41BE-931B-A8784EB72087}" presName="linear" presStyleCnt="0">
        <dgm:presLayoutVars>
          <dgm:animLvl val="lvl"/>
          <dgm:resizeHandles val="exact"/>
        </dgm:presLayoutVars>
      </dgm:prSet>
      <dgm:spPr/>
    </dgm:pt>
    <dgm:pt modelId="{05C33831-254D-4776-AF58-78160A68DA44}" type="pres">
      <dgm:prSet presAssocID="{AE0C9C9B-C9B9-4128-BCF4-8F89ADB5CC7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307462F-FEA9-481B-9BDA-B92BE1834F2A}" type="pres">
      <dgm:prSet presAssocID="{959A40CF-BEB5-40AE-BD47-4A88CDB530E0}" presName="spacer" presStyleCnt="0"/>
      <dgm:spPr/>
    </dgm:pt>
    <dgm:pt modelId="{FCC80E11-3AB5-465E-BFA3-3AD959D4ACA4}" type="pres">
      <dgm:prSet presAssocID="{E0C121B3-5842-4EEC-9886-A99F77D2EF7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D09C07C-12D2-4DAE-AD93-F8BA773D27BB}" type="pres">
      <dgm:prSet presAssocID="{F9A1E64E-6CFF-4649-AB32-4DCFECBB6A5B}" presName="spacer" presStyleCnt="0"/>
      <dgm:spPr/>
    </dgm:pt>
    <dgm:pt modelId="{6ECFE7AD-37B4-4336-8E29-95922D7E7EDD}" type="pres">
      <dgm:prSet presAssocID="{43E78BE8-F72C-475D-AB98-9E4EDA83D35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CD247F2-F5A8-4423-87C5-F22932317105}" type="pres">
      <dgm:prSet presAssocID="{2AB6FA35-AFE9-474E-951D-B7886936D83C}" presName="spacer" presStyleCnt="0"/>
      <dgm:spPr/>
    </dgm:pt>
    <dgm:pt modelId="{73D6903A-33C4-41C1-9DCF-898303C7AAEE}" type="pres">
      <dgm:prSet presAssocID="{7EC5EFEC-A059-4332-876B-4F564D1F3BA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838C972-04CE-49FC-B218-B76DC786A509}" type="pres">
      <dgm:prSet presAssocID="{95DD8764-6F74-4C93-9F6E-468F43E02CFC}" presName="spacer" presStyleCnt="0"/>
      <dgm:spPr/>
    </dgm:pt>
    <dgm:pt modelId="{75136238-EF16-4940-A2F3-D9055839E358}" type="pres">
      <dgm:prSet presAssocID="{FDA7C8E5-5A5A-4FFA-A510-CB82760BC41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8563316-0A23-4DE2-9DB6-846623F4B07D}" type="presOf" srcId="{FDA7C8E5-5A5A-4FFA-A510-CB82760BC419}" destId="{75136238-EF16-4940-A2F3-D9055839E358}" srcOrd="0" destOrd="0" presId="urn:microsoft.com/office/officeart/2005/8/layout/vList2"/>
    <dgm:cxn modelId="{32DBA564-3CE8-43AD-8F5A-05E9CCBEE4E1}" type="presOf" srcId="{28F84925-CB6E-41BE-931B-A8784EB72087}" destId="{E571324E-BB8C-462D-9A3B-EC2F9DAFB270}" srcOrd="0" destOrd="0" presId="urn:microsoft.com/office/officeart/2005/8/layout/vList2"/>
    <dgm:cxn modelId="{D3F9A565-E9CB-4EDB-AC1E-85580883A5E2}" srcId="{28F84925-CB6E-41BE-931B-A8784EB72087}" destId="{AE0C9C9B-C9B9-4128-BCF4-8F89ADB5CC7C}" srcOrd="0" destOrd="0" parTransId="{69276064-1573-430F-921C-39D8CB8F3365}" sibTransId="{959A40CF-BEB5-40AE-BD47-4A88CDB530E0}"/>
    <dgm:cxn modelId="{A753F645-7EC0-4AD4-876C-55DB3930DF55}" type="presOf" srcId="{E0C121B3-5842-4EEC-9886-A99F77D2EF72}" destId="{FCC80E11-3AB5-465E-BFA3-3AD959D4ACA4}" srcOrd="0" destOrd="0" presId="urn:microsoft.com/office/officeart/2005/8/layout/vList2"/>
    <dgm:cxn modelId="{EC98FF45-337E-4F5D-8193-37ACAEA4C350}" srcId="{28F84925-CB6E-41BE-931B-A8784EB72087}" destId="{7EC5EFEC-A059-4332-876B-4F564D1F3BAE}" srcOrd="3" destOrd="0" parTransId="{BF406A06-4CC7-460B-BE04-4A7B1C62D9FE}" sibTransId="{95DD8764-6F74-4C93-9F6E-468F43E02CFC}"/>
    <dgm:cxn modelId="{55911456-563A-4876-9B95-901200D00173}" srcId="{28F84925-CB6E-41BE-931B-A8784EB72087}" destId="{E0C121B3-5842-4EEC-9886-A99F77D2EF72}" srcOrd="1" destOrd="0" parTransId="{F2205C2C-B726-4F15-A423-237C7615C7B2}" sibTransId="{F9A1E64E-6CFF-4649-AB32-4DCFECBB6A5B}"/>
    <dgm:cxn modelId="{EF353884-2931-4D31-9E62-BFA64C626002}" srcId="{28F84925-CB6E-41BE-931B-A8784EB72087}" destId="{43E78BE8-F72C-475D-AB98-9E4EDA83D350}" srcOrd="2" destOrd="0" parTransId="{B142AB5C-1D92-4D28-B23E-5B85AF0BA620}" sibTransId="{2AB6FA35-AFE9-474E-951D-B7886936D83C}"/>
    <dgm:cxn modelId="{F5F9C2BC-E77E-4804-863C-78B13A0B278A}" srcId="{28F84925-CB6E-41BE-931B-A8784EB72087}" destId="{FDA7C8E5-5A5A-4FFA-A510-CB82760BC419}" srcOrd="4" destOrd="0" parTransId="{044001B1-7CEF-4B77-846A-D8E195327674}" sibTransId="{B1D06EB0-59F6-4595-AECA-C3AF2409F379}"/>
    <dgm:cxn modelId="{3D8773C5-ED83-49E2-A41A-6248AF07E1B0}" type="presOf" srcId="{AE0C9C9B-C9B9-4128-BCF4-8F89ADB5CC7C}" destId="{05C33831-254D-4776-AF58-78160A68DA44}" srcOrd="0" destOrd="0" presId="urn:microsoft.com/office/officeart/2005/8/layout/vList2"/>
    <dgm:cxn modelId="{EFC189DC-52AF-4E67-BE0C-1DFE7F1CA4E5}" type="presOf" srcId="{7EC5EFEC-A059-4332-876B-4F564D1F3BAE}" destId="{73D6903A-33C4-41C1-9DCF-898303C7AAEE}" srcOrd="0" destOrd="0" presId="urn:microsoft.com/office/officeart/2005/8/layout/vList2"/>
    <dgm:cxn modelId="{F64F6EF1-9BEC-455C-AFB1-D5D2DEFD7654}" type="presOf" srcId="{43E78BE8-F72C-475D-AB98-9E4EDA83D350}" destId="{6ECFE7AD-37B4-4336-8E29-95922D7E7EDD}" srcOrd="0" destOrd="0" presId="urn:microsoft.com/office/officeart/2005/8/layout/vList2"/>
    <dgm:cxn modelId="{B74824DB-CA2C-48EB-85A4-5CF80EC57409}" type="presParOf" srcId="{E571324E-BB8C-462D-9A3B-EC2F9DAFB270}" destId="{05C33831-254D-4776-AF58-78160A68DA44}" srcOrd="0" destOrd="0" presId="urn:microsoft.com/office/officeart/2005/8/layout/vList2"/>
    <dgm:cxn modelId="{F6EB7A65-0529-405A-B0D2-E02D1F821446}" type="presParOf" srcId="{E571324E-BB8C-462D-9A3B-EC2F9DAFB270}" destId="{3307462F-FEA9-481B-9BDA-B92BE1834F2A}" srcOrd="1" destOrd="0" presId="urn:microsoft.com/office/officeart/2005/8/layout/vList2"/>
    <dgm:cxn modelId="{143381A6-0F5E-4D84-A85F-789051CFBB56}" type="presParOf" srcId="{E571324E-BB8C-462D-9A3B-EC2F9DAFB270}" destId="{FCC80E11-3AB5-465E-BFA3-3AD959D4ACA4}" srcOrd="2" destOrd="0" presId="urn:microsoft.com/office/officeart/2005/8/layout/vList2"/>
    <dgm:cxn modelId="{9A55D604-88C0-43CF-96F2-A2732E75BA1B}" type="presParOf" srcId="{E571324E-BB8C-462D-9A3B-EC2F9DAFB270}" destId="{FD09C07C-12D2-4DAE-AD93-F8BA773D27BB}" srcOrd="3" destOrd="0" presId="urn:microsoft.com/office/officeart/2005/8/layout/vList2"/>
    <dgm:cxn modelId="{2EBC201E-58F8-4447-9633-B2C2C5BA067A}" type="presParOf" srcId="{E571324E-BB8C-462D-9A3B-EC2F9DAFB270}" destId="{6ECFE7AD-37B4-4336-8E29-95922D7E7EDD}" srcOrd="4" destOrd="0" presId="urn:microsoft.com/office/officeart/2005/8/layout/vList2"/>
    <dgm:cxn modelId="{6D8C44CD-A7D7-4DD6-A7CA-47AC62BD3B54}" type="presParOf" srcId="{E571324E-BB8C-462D-9A3B-EC2F9DAFB270}" destId="{4CD247F2-F5A8-4423-87C5-F22932317105}" srcOrd="5" destOrd="0" presId="urn:microsoft.com/office/officeart/2005/8/layout/vList2"/>
    <dgm:cxn modelId="{E0C5CC62-AF8D-4B3D-B230-8E4CEDD594C6}" type="presParOf" srcId="{E571324E-BB8C-462D-9A3B-EC2F9DAFB270}" destId="{73D6903A-33C4-41C1-9DCF-898303C7AAEE}" srcOrd="6" destOrd="0" presId="urn:microsoft.com/office/officeart/2005/8/layout/vList2"/>
    <dgm:cxn modelId="{E127C80F-9874-4D00-AA64-E55EC5935F26}" type="presParOf" srcId="{E571324E-BB8C-462D-9A3B-EC2F9DAFB270}" destId="{6838C972-04CE-49FC-B218-B76DC786A509}" srcOrd="7" destOrd="0" presId="urn:microsoft.com/office/officeart/2005/8/layout/vList2"/>
    <dgm:cxn modelId="{95284336-C8A2-4B87-AE84-FFA5DB0BB6C7}" type="presParOf" srcId="{E571324E-BB8C-462D-9A3B-EC2F9DAFB270}" destId="{75136238-EF16-4940-A2F3-D9055839E35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BEAF56-DAE0-45D9-A2B0-5E0E3C636EC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9B50E83-559A-495D-9563-FEDD12900AF4}">
      <dgm:prSet/>
      <dgm:spPr/>
      <dgm:t>
        <a:bodyPr/>
        <a:lstStyle/>
        <a:p>
          <a:r>
            <a:rPr lang="ru-RU"/>
            <a:t>&lt;section&gt; — логический раздел страницы.</a:t>
          </a:r>
          <a:endParaRPr lang="en-US"/>
        </a:p>
      </dgm:t>
    </dgm:pt>
    <dgm:pt modelId="{29494778-C77B-4AB2-B75B-51A51141B38F}" type="parTrans" cxnId="{B7E98125-8CCE-4504-B211-1574E9A03890}">
      <dgm:prSet/>
      <dgm:spPr/>
      <dgm:t>
        <a:bodyPr/>
        <a:lstStyle/>
        <a:p>
          <a:endParaRPr lang="en-US"/>
        </a:p>
      </dgm:t>
    </dgm:pt>
    <dgm:pt modelId="{FBE8A052-82ED-4A12-BE60-E0D49597DA74}" type="sibTrans" cxnId="{B7E98125-8CCE-4504-B211-1574E9A03890}">
      <dgm:prSet/>
      <dgm:spPr/>
      <dgm:t>
        <a:bodyPr/>
        <a:lstStyle/>
        <a:p>
          <a:endParaRPr lang="en-US"/>
        </a:p>
      </dgm:t>
    </dgm:pt>
    <dgm:pt modelId="{2EE7C55B-ADFA-4583-BD22-25AF4FEC8B2D}">
      <dgm:prSet/>
      <dgm:spPr/>
      <dgm:t>
        <a:bodyPr/>
        <a:lstStyle/>
        <a:p>
          <a:r>
            <a:rPr lang="ru-RU"/>
            <a:t>Используется для:</a:t>
          </a:r>
          <a:endParaRPr lang="en-US"/>
        </a:p>
      </dgm:t>
    </dgm:pt>
    <dgm:pt modelId="{218875B2-F1E4-4682-8E35-77E08E0DAB17}" type="parTrans" cxnId="{F7A87B65-C9A1-4B9E-8770-57BF9BB84D8E}">
      <dgm:prSet/>
      <dgm:spPr/>
      <dgm:t>
        <a:bodyPr/>
        <a:lstStyle/>
        <a:p>
          <a:endParaRPr lang="en-US"/>
        </a:p>
      </dgm:t>
    </dgm:pt>
    <dgm:pt modelId="{F8D8607A-FE6B-428F-A189-6BC70C071302}" type="sibTrans" cxnId="{F7A87B65-C9A1-4B9E-8770-57BF9BB84D8E}">
      <dgm:prSet/>
      <dgm:spPr/>
      <dgm:t>
        <a:bodyPr/>
        <a:lstStyle/>
        <a:p>
          <a:endParaRPr lang="en-US"/>
        </a:p>
      </dgm:t>
    </dgm:pt>
    <dgm:pt modelId="{B21D0FE1-FBE9-4677-A245-9DE5D53C3245}">
      <dgm:prSet/>
      <dgm:spPr/>
      <dgm:t>
        <a:bodyPr/>
        <a:lstStyle/>
        <a:p>
          <a:r>
            <a:rPr lang="ru-RU"/>
            <a:t>блока «О школе»</a:t>
          </a:r>
          <a:endParaRPr lang="en-US"/>
        </a:p>
      </dgm:t>
    </dgm:pt>
    <dgm:pt modelId="{9208819B-5E6C-4052-A192-53299E6E8B12}" type="parTrans" cxnId="{C6EDB278-87A4-4E1D-B3A9-FF7E36E65B16}">
      <dgm:prSet/>
      <dgm:spPr/>
      <dgm:t>
        <a:bodyPr/>
        <a:lstStyle/>
        <a:p>
          <a:endParaRPr lang="en-US"/>
        </a:p>
      </dgm:t>
    </dgm:pt>
    <dgm:pt modelId="{9441B303-5F45-47B7-90D5-37BA35D3A13D}" type="sibTrans" cxnId="{C6EDB278-87A4-4E1D-B3A9-FF7E36E65B16}">
      <dgm:prSet/>
      <dgm:spPr/>
      <dgm:t>
        <a:bodyPr/>
        <a:lstStyle/>
        <a:p>
          <a:endParaRPr lang="en-US"/>
        </a:p>
      </dgm:t>
    </dgm:pt>
    <dgm:pt modelId="{EF9BB9AF-BC62-4C93-B633-F174C8BF5FA5}">
      <dgm:prSet/>
      <dgm:spPr/>
      <dgm:t>
        <a:bodyPr/>
        <a:lstStyle/>
        <a:p>
          <a:r>
            <a:rPr lang="ru-RU"/>
            <a:t>блока «Новости»</a:t>
          </a:r>
          <a:endParaRPr lang="en-US"/>
        </a:p>
      </dgm:t>
    </dgm:pt>
    <dgm:pt modelId="{C4AA0EC4-7AFD-44E4-955F-55675A6BC123}" type="parTrans" cxnId="{587A0E92-1B35-48DF-9CDF-8875501E6257}">
      <dgm:prSet/>
      <dgm:spPr/>
      <dgm:t>
        <a:bodyPr/>
        <a:lstStyle/>
        <a:p>
          <a:endParaRPr lang="en-US"/>
        </a:p>
      </dgm:t>
    </dgm:pt>
    <dgm:pt modelId="{37874DC8-DB24-487E-B9B7-F818EA939013}" type="sibTrans" cxnId="{587A0E92-1B35-48DF-9CDF-8875501E6257}">
      <dgm:prSet/>
      <dgm:spPr/>
      <dgm:t>
        <a:bodyPr/>
        <a:lstStyle/>
        <a:p>
          <a:endParaRPr lang="en-US"/>
        </a:p>
      </dgm:t>
    </dgm:pt>
    <dgm:pt modelId="{B0A0BBAF-D4A6-4AE4-9B45-05E7C41F8071}">
      <dgm:prSet/>
      <dgm:spPr/>
      <dgm:t>
        <a:bodyPr/>
        <a:lstStyle/>
        <a:p>
          <a:r>
            <a:rPr lang="ru-RU"/>
            <a:t>блока «Контакты»</a:t>
          </a:r>
          <a:endParaRPr lang="en-US"/>
        </a:p>
      </dgm:t>
    </dgm:pt>
    <dgm:pt modelId="{C678DDA3-E359-4A92-B67E-495934132B76}" type="parTrans" cxnId="{0FEEB7BC-1C49-488F-8D87-660D7FBA74F4}">
      <dgm:prSet/>
      <dgm:spPr/>
      <dgm:t>
        <a:bodyPr/>
        <a:lstStyle/>
        <a:p>
          <a:endParaRPr lang="en-US"/>
        </a:p>
      </dgm:t>
    </dgm:pt>
    <dgm:pt modelId="{808EBFCF-24D4-4DA3-A253-7C48587D64B7}" type="sibTrans" cxnId="{0FEEB7BC-1C49-488F-8D87-660D7FBA74F4}">
      <dgm:prSet/>
      <dgm:spPr/>
      <dgm:t>
        <a:bodyPr/>
        <a:lstStyle/>
        <a:p>
          <a:endParaRPr lang="en-US"/>
        </a:p>
      </dgm:t>
    </dgm:pt>
    <dgm:pt modelId="{F4CB0C6C-5DA5-4DF3-A6AF-D884F70D2880}">
      <dgm:prSet/>
      <dgm:spPr/>
      <dgm:t>
        <a:bodyPr/>
        <a:lstStyle/>
        <a:p>
          <a:r>
            <a:rPr lang="ru-RU"/>
            <a:t>Каждый &lt;section&gt; обычно имеет заголовок.</a:t>
          </a:r>
          <a:endParaRPr lang="en-US"/>
        </a:p>
      </dgm:t>
    </dgm:pt>
    <dgm:pt modelId="{877B21B8-8FA2-4A62-8918-68E25E905725}" type="parTrans" cxnId="{21BABFB5-3C56-48FE-9147-4EE6AE8A73B5}">
      <dgm:prSet/>
      <dgm:spPr/>
      <dgm:t>
        <a:bodyPr/>
        <a:lstStyle/>
        <a:p>
          <a:endParaRPr lang="en-US"/>
        </a:p>
      </dgm:t>
    </dgm:pt>
    <dgm:pt modelId="{AA8B0F90-F31E-4B5A-B143-D295BD4766E8}" type="sibTrans" cxnId="{21BABFB5-3C56-48FE-9147-4EE6AE8A73B5}">
      <dgm:prSet/>
      <dgm:spPr/>
      <dgm:t>
        <a:bodyPr/>
        <a:lstStyle/>
        <a:p>
          <a:endParaRPr lang="en-US"/>
        </a:p>
      </dgm:t>
    </dgm:pt>
    <dgm:pt modelId="{1CD3BD92-97FF-41A7-A2DF-2DB5EB230C72}" type="pres">
      <dgm:prSet presAssocID="{13BEAF56-DAE0-45D9-A2B0-5E0E3C636EC4}" presName="linear" presStyleCnt="0">
        <dgm:presLayoutVars>
          <dgm:animLvl val="lvl"/>
          <dgm:resizeHandles val="exact"/>
        </dgm:presLayoutVars>
      </dgm:prSet>
      <dgm:spPr/>
    </dgm:pt>
    <dgm:pt modelId="{EFDC76E2-80C5-4D9A-99DB-90C6C3B8D687}" type="pres">
      <dgm:prSet presAssocID="{79B50E83-559A-495D-9563-FEDD12900AF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DC7F656-9AE9-4085-A5BD-385F10A4ADBD}" type="pres">
      <dgm:prSet presAssocID="{FBE8A052-82ED-4A12-BE60-E0D49597DA74}" presName="spacer" presStyleCnt="0"/>
      <dgm:spPr/>
    </dgm:pt>
    <dgm:pt modelId="{0200C625-9E5E-4513-8401-A9CF989C9004}" type="pres">
      <dgm:prSet presAssocID="{2EE7C55B-ADFA-4583-BD22-25AF4FEC8B2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8F2E73F-6DD1-4E28-B199-A47A504C5D93}" type="pres">
      <dgm:prSet presAssocID="{F8D8607A-FE6B-428F-A189-6BC70C071302}" presName="spacer" presStyleCnt="0"/>
      <dgm:spPr/>
    </dgm:pt>
    <dgm:pt modelId="{92A7435E-319C-4927-93FC-AA737E0C3825}" type="pres">
      <dgm:prSet presAssocID="{B21D0FE1-FBE9-4677-A245-9DE5D53C324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9D5FA6D-E900-46B9-ADE3-043D3BE461DD}" type="pres">
      <dgm:prSet presAssocID="{9441B303-5F45-47B7-90D5-37BA35D3A13D}" presName="spacer" presStyleCnt="0"/>
      <dgm:spPr/>
    </dgm:pt>
    <dgm:pt modelId="{9E542563-8BD3-4FD7-AD43-69EB31E38D24}" type="pres">
      <dgm:prSet presAssocID="{EF9BB9AF-BC62-4C93-B633-F174C8BF5FA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0642748-51B4-4DE6-B78B-322AB9EA1961}" type="pres">
      <dgm:prSet presAssocID="{37874DC8-DB24-487E-B9B7-F818EA939013}" presName="spacer" presStyleCnt="0"/>
      <dgm:spPr/>
    </dgm:pt>
    <dgm:pt modelId="{A0B99AB5-CF24-47AB-B307-6413B7804876}" type="pres">
      <dgm:prSet presAssocID="{B0A0BBAF-D4A6-4AE4-9B45-05E7C41F807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0A6F553-3697-4EF9-AB0A-3884D9BF46EE}" type="pres">
      <dgm:prSet presAssocID="{808EBFCF-24D4-4DA3-A253-7C48587D64B7}" presName="spacer" presStyleCnt="0"/>
      <dgm:spPr/>
    </dgm:pt>
    <dgm:pt modelId="{27297886-8FC8-4B15-8004-E1CA8B1C34C8}" type="pres">
      <dgm:prSet presAssocID="{F4CB0C6C-5DA5-4DF3-A6AF-D884F70D288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B647F02-FF01-41C1-A4A7-8D9B907ADE7C}" type="presOf" srcId="{EF9BB9AF-BC62-4C93-B633-F174C8BF5FA5}" destId="{9E542563-8BD3-4FD7-AD43-69EB31E38D24}" srcOrd="0" destOrd="0" presId="urn:microsoft.com/office/officeart/2005/8/layout/vList2"/>
    <dgm:cxn modelId="{B7E98125-8CCE-4504-B211-1574E9A03890}" srcId="{13BEAF56-DAE0-45D9-A2B0-5E0E3C636EC4}" destId="{79B50E83-559A-495D-9563-FEDD12900AF4}" srcOrd="0" destOrd="0" parTransId="{29494778-C77B-4AB2-B75B-51A51141B38F}" sibTransId="{FBE8A052-82ED-4A12-BE60-E0D49597DA74}"/>
    <dgm:cxn modelId="{F7A87B65-C9A1-4B9E-8770-57BF9BB84D8E}" srcId="{13BEAF56-DAE0-45D9-A2B0-5E0E3C636EC4}" destId="{2EE7C55B-ADFA-4583-BD22-25AF4FEC8B2D}" srcOrd="1" destOrd="0" parTransId="{218875B2-F1E4-4682-8E35-77E08E0DAB17}" sibTransId="{F8D8607A-FE6B-428F-A189-6BC70C071302}"/>
    <dgm:cxn modelId="{AFED3148-41A3-4F03-9D52-58602C5369D6}" type="presOf" srcId="{F4CB0C6C-5DA5-4DF3-A6AF-D884F70D2880}" destId="{27297886-8FC8-4B15-8004-E1CA8B1C34C8}" srcOrd="0" destOrd="0" presId="urn:microsoft.com/office/officeart/2005/8/layout/vList2"/>
    <dgm:cxn modelId="{C6EDB278-87A4-4E1D-B3A9-FF7E36E65B16}" srcId="{13BEAF56-DAE0-45D9-A2B0-5E0E3C636EC4}" destId="{B21D0FE1-FBE9-4677-A245-9DE5D53C3245}" srcOrd="2" destOrd="0" parTransId="{9208819B-5E6C-4052-A192-53299E6E8B12}" sibTransId="{9441B303-5F45-47B7-90D5-37BA35D3A13D}"/>
    <dgm:cxn modelId="{587A0E92-1B35-48DF-9CDF-8875501E6257}" srcId="{13BEAF56-DAE0-45D9-A2B0-5E0E3C636EC4}" destId="{EF9BB9AF-BC62-4C93-B633-F174C8BF5FA5}" srcOrd="3" destOrd="0" parTransId="{C4AA0EC4-7AFD-44E4-955F-55675A6BC123}" sibTransId="{37874DC8-DB24-487E-B9B7-F818EA939013}"/>
    <dgm:cxn modelId="{6E114D9D-E74E-475E-9026-9A1FDF6C0752}" type="presOf" srcId="{79B50E83-559A-495D-9563-FEDD12900AF4}" destId="{EFDC76E2-80C5-4D9A-99DB-90C6C3B8D687}" srcOrd="0" destOrd="0" presId="urn:microsoft.com/office/officeart/2005/8/layout/vList2"/>
    <dgm:cxn modelId="{A65ED19F-634C-4E7A-934C-D5F1BB7AA7BB}" type="presOf" srcId="{B0A0BBAF-D4A6-4AE4-9B45-05E7C41F8071}" destId="{A0B99AB5-CF24-47AB-B307-6413B7804876}" srcOrd="0" destOrd="0" presId="urn:microsoft.com/office/officeart/2005/8/layout/vList2"/>
    <dgm:cxn modelId="{21BABFB5-3C56-48FE-9147-4EE6AE8A73B5}" srcId="{13BEAF56-DAE0-45D9-A2B0-5E0E3C636EC4}" destId="{F4CB0C6C-5DA5-4DF3-A6AF-D884F70D2880}" srcOrd="5" destOrd="0" parTransId="{877B21B8-8FA2-4A62-8918-68E25E905725}" sibTransId="{AA8B0F90-F31E-4B5A-B143-D295BD4766E8}"/>
    <dgm:cxn modelId="{0FEEB7BC-1C49-488F-8D87-660D7FBA74F4}" srcId="{13BEAF56-DAE0-45D9-A2B0-5E0E3C636EC4}" destId="{B0A0BBAF-D4A6-4AE4-9B45-05E7C41F8071}" srcOrd="4" destOrd="0" parTransId="{C678DDA3-E359-4A92-B67E-495934132B76}" sibTransId="{808EBFCF-24D4-4DA3-A253-7C48587D64B7}"/>
    <dgm:cxn modelId="{6BDA89C0-7FCA-4962-9B38-53E95C8BD378}" type="presOf" srcId="{13BEAF56-DAE0-45D9-A2B0-5E0E3C636EC4}" destId="{1CD3BD92-97FF-41A7-A2DF-2DB5EB230C72}" srcOrd="0" destOrd="0" presId="urn:microsoft.com/office/officeart/2005/8/layout/vList2"/>
    <dgm:cxn modelId="{FBD78FD9-EE19-4E8C-9266-77FEAFF26F43}" type="presOf" srcId="{B21D0FE1-FBE9-4677-A245-9DE5D53C3245}" destId="{92A7435E-319C-4927-93FC-AA737E0C3825}" srcOrd="0" destOrd="0" presId="urn:microsoft.com/office/officeart/2005/8/layout/vList2"/>
    <dgm:cxn modelId="{095AAADD-E061-42F3-8419-EB8A8EFB9879}" type="presOf" srcId="{2EE7C55B-ADFA-4583-BD22-25AF4FEC8B2D}" destId="{0200C625-9E5E-4513-8401-A9CF989C9004}" srcOrd="0" destOrd="0" presId="urn:microsoft.com/office/officeart/2005/8/layout/vList2"/>
    <dgm:cxn modelId="{E344417E-086E-4FFD-91D3-72091F8E3108}" type="presParOf" srcId="{1CD3BD92-97FF-41A7-A2DF-2DB5EB230C72}" destId="{EFDC76E2-80C5-4D9A-99DB-90C6C3B8D687}" srcOrd="0" destOrd="0" presId="urn:microsoft.com/office/officeart/2005/8/layout/vList2"/>
    <dgm:cxn modelId="{58FC5418-BF66-4BD1-BF67-203EE28B9DF3}" type="presParOf" srcId="{1CD3BD92-97FF-41A7-A2DF-2DB5EB230C72}" destId="{8DC7F656-9AE9-4085-A5BD-385F10A4ADBD}" srcOrd="1" destOrd="0" presId="urn:microsoft.com/office/officeart/2005/8/layout/vList2"/>
    <dgm:cxn modelId="{C31CB6A1-10C9-459F-A634-B9135EA5D099}" type="presParOf" srcId="{1CD3BD92-97FF-41A7-A2DF-2DB5EB230C72}" destId="{0200C625-9E5E-4513-8401-A9CF989C9004}" srcOrd="2" destOrd="0" presId="urn:microsoft.com/office/officeart/2005/8/layout/vList2"/>
    <dgm:cxn modelId="{07486E13-6D05-4CC0-A42E-AD0ABA80454D}" type="presParOf" srcId="{1CD3BD92-97FF-41A7-A2DF-2DB5EB230C72}" destId="{38F2E73F-6DD1-4E28-B199-A47A504C5D93}" srcOrd="3" destOrd="0" presId="urn:microsoft.com/office/officeart/2005/8/layout/vList2"/>
    <dgm:cxn modelId="{AF478D15-BE6F-4488-9E79-F5F482FB5FEB}" type="presParOf" srcId="{1CD3BD92-97FF-41A7-A2DF-2DB5EB230C72}" destId="{92A7435E-319C-4927-93FC-AA737E0C3825}" srcOrd="4" destOrd="0" presId="urn:microsoft.com/office/officeart/2005/8/layout/vList2"/>
    <dgm:cxn modelId="{40799639-305F-429D-8128-46F9C60CC159}" type="presParOf" srcId="{1CD3BD92-97FF-41A7-A2DF-2DB5EB230C72}" destId="{59D5FA6D-E900-46B9-ADE3-043D3BE461DD}" srcOrd="5" destOrd="0" presId="urn:microsoft.com/office/officeart/2005/8/layout/vList2"/>
    <dgm:cxn modelId="{635E411E-5DC8-4852-B5D7-FD35B1849A7C}" type="presParOf" srcId="{1CD3BD92-97FF-41A7-A2DF-2DB5EB230C72}" destId="{9E542563-8BD3-4FD7-AD43-69EB31E38D24}" srcOrd="6" destOrd="0" presId="urn:microsoft.com/office/officeart/2005/8/layout/vList2"/>
    <dgm:cxn modelId="{7EC3EFF5-507C-4F61-9B28-F381331554AC}" type="presParOf" srcId="{1CD3BD92-97FF-41A7-A2DF-2DB5EB230C72}" destId="{D0642748-51B4-4DE6-B78B-322AB9EA1961}" srcOrd="7" destOrd="0" presId="urn:microsoft.com/office/officeart/2005/8/layout/vList2"/>
    <dgm:cxn modelId="{E60F8D89-6B6B-4406-8069-8CADC4CDEDDE}" type="presParOf" srcId="{1CD3BD92-97FF-41A7-A2DF-2DB5EB230C72}" destId="{A0B99AB5-CF24-47AB-B307-6413B7804876}" srcOrd="8" destOrd="0" presId="urn:microsoft.com/office/officeart/2005/8/layout/vList2"/>
    <dgm:cxn modelId="{CDAD2C1B-5EFA-409B-8EB9-DDBC74AC805C}" type="presParOf" srcId="{1CD3BD92-97FF-41A7-A2DF-2DB5EB230C72}" destId="{C0A6F553-3697-4EF9-AB0A-3884D9BF46EE}" srcOrd="9" destOrd="0" presId="urn:microsoft.com/office/officeart/2005/8/layout/vList2"/>
    <dgm:cxn modelId="{B8EEBDF2-36AC-47C1-92B7-61FC390A5557}" type="presParOf" srcId="{1CD3BD92-97FF-41A7-A2DF-2DB5EB230C72}" destId="{27297886-8FC8-4B15-8004-E1CA8B1C34C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9566D56-8D23-442A-84B1-D6DF90331475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180BEE1-2AB5-4EF2-95F8-8A65C31FD7E5}">
      <dgm:prSet/>
      <dgm:spPr/>
      <dgm:t>
        <a:bodyPr/>
        <a:lstStyle/>
        <a:p>
          <a:r>
            <a:rPr lang="ru-RU"/>
            <a:t>&lt;footer&gt; — нижняя часть страницы.</a:t>
          </a:r>
          <a:endParaRPr lang="en-US"/>
        </a:p>
      </dgm:t>
    </dgm:pt>
    <dgm:pt modelId="{99A9A20D-663D-43A1-B3D2-95CF2E401A66}" type="parTrans" cxnId="{278DD29D-8D25-4024-B553-BDD18EE2A283}">
      <dgm:prSet/>
      <dgm:spPr/>
      <dgm:t>
        <a:bodyPr/>
        <a:lstStyle/>
        <a:p>
          <a:endParaRPr lang="en-US"/>
        </a:p>
      </dgm:t>
    </dgm:pt>
    <dgm:pt modelId="{51CEC39C-6CD6-4D6B-841A-284B54499104}" type="sibTrans" cxnId="{278DD29D-8D25-4024-B553-BDD18EE2A283}">
      <dgm:prSet/>
      <dgm:spPr/>
      <dgm:t>
        <a:bodyPr/>
        <a:lstStyle/>
        <a:p>
          <a:endParaRPr lang="en-US"/>
        </a:p>
      </dgm:t>
    </dgm:pt>
    <dgm:pt modelId="{1B26A3D8-DFC6-47B8-A43F-34B26CF66117}">
      <dgm:prSet/>
      <dgm:spPr/>
      <dgm:t>
        <a:bodyPr/>
        <a:lstStyle/>
        <a:p>
          <a:r>
            <a:rPr lang="ru-RU"/>
            <a:t>Содержит:</a:t>
          </a:r>
          <a:endParaRPr lang="en-US"/>
        </a:p>
      </dgm:t>
    </dgm:pt>
    <dgm:pt modelId="{B4F53DAC-F0FB-45AE-B465-1D4C93469E6F}" type="parTrans" cxnId="{F8F45010-F4E7-4CC3-83AA-8DCF86877D56}">
      <dgm:prSet/>
      <dgm:spPr/>
      <dgm:t>
        <a:bodyPr/>
        <a:lstStyle/>
        <a:p>
          <a:endParaRPr lang="en-US"/>
        </a:p>
      </dgm:t>
    </dgm:pt>
    <dgm:pt modelId="{0F5ACB8F-D557-4C6A-83F4-40B3B57AF1AA}" type="sibTrans" cxnId="{F8F45010-F4E7-4CC3-83AA-8DCF86877D56}">
      <dgm:prSet/>
      <dgm:spPr/>
      <dgm:t>
        <a:bodyPr/>
        <a:lstStyle/>
        <a:p>
          <a:endParaRPr lang="en-US"/>
        </a:p>
      </dgm:t>
    </dgm:pt>
    <dgm:pt modelId="{BC5133F5-B730-4B82-A9C3-7D8F3B22EA09}">
      <dgm:prSet/>
      <dgm:spPr/>
      <dgm:t>
        <a:bodyPr/>
        <a:lstStyle/>
        <a:p>
          <a:r>
            <a:rPr lang="ru-RU"/>
            <a:t>авторство</a:t>
          </a:r>
          <a:endParaRPr lang="en-US"/>
        </a:p>
      </dgm:t>
    </dgm:pt>
    <dgm:pt modelId="{9A6D2259-1A0D-449A-A824-FE6231D16332}" type="parTrans" cxnId="{89FFA399-9C84-48E8-8913-B1E3093E7268}">
      <dgm:prSet/>
      <dgm:spPr/>
      <dgm:t>
        <a:bodyPr/>
        <a:lstStyle/>
        <a:p>
          <a:endParaRPr lang="en-US"/>
        </a:p>
      </dgm:t>
    </dgm:pt>
    <dgm:pt modelId="{2C46C8D3-EC2E-4725-9A54-C9DBD1555F27}" type="sibTrans" cxnId="{89FFA399-9C84-48E8-8913-B1E3093E7268}">
      <dgm:prSet/>
      <dgm:spPr/>
      <dgm:t>
        <a:bodyPr/>
        <a:lstStyle/>
        <a:p>
          <a:endParaRPr lang="en-US"/>
        </a:p>
      </dgm:t>
    </dgm:pt>
    <dgm:pt modelId="{28354991-2F48-479E-B5E2-731531B4649B}">
      <dgm:prSet/>
      <dgm:spPr/>
      <dgm:t>
        <a:bodyPr/>
        <a:lstStyle/>
        <a:p>
          <a:r>
            <a:rPr lang="ru-RU"/>
            <a:t>год</a:t>
          </a:r>
          <a:endParaRPr lang="en-US"/>
        </a:p>
      </dgm:t>
    </dgm:pt>
    <dgm:pt modelId="{8164D647-509E-4B3B-97D6-502A67807BD4}" type="parTrans" cxnId="{B3B2FBFD-2507-4C3E-91B4-EB989F8D94C7}">
      <dgm:prSet/>
      <dgm:spPr/>
      <dgm:t>
        <a:bodyPr/>
        <a:lstStyle/>
        <a:p>
          <a:endParaRPr lang="en-US"/>
        </a:p>
      </dgm:t>
    </dgm:pt>
    <dgm:pt modelId="{3765EFB7-0F9B-487C-95BE-665D40E65016}" type="sibTrans" cxnId="{B3B2FBFD-2507-4C3E-91B4-EB989F8D94C7}">
      <dgm:prSet/>
      <dgm:spPr/>
      <dgm:t>
        <a:bodyPr/>
        <a:lstStyle/>
        <a:p>
          <a:endParaRPr lang="en-US"/>
        </a:p>
      </dgm:t>
    </dgm:pt>
    <dgm:pt modelId="{E0C0766C-0E79-4B13-8C05-718B68FB8E13}">
      <dgm:prSet/>
      <dgm:spPr/>
      <dgm:t>
        <a:bodyPr/>
        <a:lstStyle/>
        <a:p>
          <a:r>
            <a:rPr lang="ru-RU"/>
            <a:t>контакты</a:t>
          </a:r>
          <a:endParaRPr lang="en-US"/>
        </a:p>
      </dgm:t>
    </dgm:pt>
    <dgm:pt modelId="{DBC63359-5BF9-4A4D-B93D-F1AF564D6ADF}" type="parTrans" cxnId="{4289C79E-BDEA-44DD-95BD-A82419018515}">
      <dgm:prSet/>
      <dgm:spPr/>
      <dgm:t>
        <a:bodyPr/>
        <a:lstStyle/>
        <a:p>
          <a:endParaRPr lang="en-US"/>
        </a:p>
      </dgm:t>
    </dgm:pt>
    <dgm:pt modelId="{96379628-C897-453D-8579-B7EE58814181}" type="sibTrans" cxnId="{4289C79E-BDEA-44DD-95BD-A82419018515}">
      <dgm:prSet/>
      <dgm:spPr/>
      <dgm:t>
        <a:bodyPr/>
        <a:lstStyle/>
        <a:p>
          <a:endParaRPr lang="en-US"/>
        </a:p>
      </dgm:t>
    </dgm:pt>
    <dgm:pt modelId="{2490C577-BF41-4748-8041-86FE681C8423}">
      <dgm:prSet/>
      <dgm:spPr/>
      <dgm:t>
        <a:bodyPr/>
        <a:lstStyle/>
        <a:p>
          <a:r>
            <a:rPr lang="ru-RU"/>
            <a:t>дополнительную информацию</a:t>
          </a:r>
          <a:endParaRPr lang="en-US"/>
        </a:p>
      </dgm:t>
    </dgm:pt>
    <dgm:pt modelId="{8AA05C67-E177-45F1-BB41-DEE5A084C0F5}" type="parTrans" cxnId="{5049DD9B-74A5-4C33-9987-A82866A56D88}">
      <dgm:prSet/>
      <dgm:spPr/>
      <dgm:t>
        <a:bodyPr/>
        <a:lstStyle/>
        <a:p>
          <a:endParaRPr lang="en-US"/>
        </a:p>
      </dgm:t>
    </dgm:pt>
    <dgm:pt modelId="{EDEEC13A-F443-4419-90C7-610FDF7B21A4}" type="sibTrans" cxnId="{5049DD9B-74A5-4C33-9987-A82866A56D88}">
      <dgm:prSet/>
      <dgm:spPr/>
      <dgm:t>
        <a:bodyPr/>
        <a:lstStyle/>
        <a:p>
          <a:endParaRPr lang="en-US"/>
        </a:p>
      </dgm:t>
    </dgm:pt>
    <dgm:pt modelId="{E50A919F-F51F-4D99-ABB4-5C7A69DB4B34}" type="pres">
      <dgm:prSet presAssocID="{69566D56-8D23-442A-84B1-D6DF90331475}" presName="vert0" presStyleCnt="0">
        <dgm:presLayoutVars>
          <dgm:dir/>
          <dgm:animOne val="branch"/>
          <dgm:animLvl val="lvl"/>
        </dgm:presLayoutVars>
      </dgm:prSet>
      <dgm:spPr/>
    </dgm:pt>
    <dgm:pt modelId="{95067F31-7BEF-48A0-A30A-E129635275C9}" type="pres">
      <dgm:prSet presAssocID="{5180BEE1-2AB5-4EF2-95F8-8A65C31FD7E5}" presName="thickLine" presStyleLbl="alignNode1" presStyleIdx="0" presStyleCnt="6"/>
      <dgm:spPr/>
    </dgm:pt>
    <dgm:pt modelId="{CB482316-7C38-4A90-B13C-AF901A9DFD6B}" type="pres">
      <dgm:prSet presAssocID="{5180BEE1-2AB5-4EF2-95F8-8A65C31FD7E5}" presName="horz1" presStyleCnt="0"/>
      <dgm:spPr/>
    </dgm:pt>
    <dgm:pt modelId="{C372AD49-ADC1-4DAC-85A7-5FD4387911D8}" type="pres">
      <dgm:prSet presAssocID="{5180BEE1-2AB5-4EF2-95F8-8A65C31FD7E5}" presName="tx1" presStyleLbl="revTx" presStyleIdx="0" presStyleCnt="6"/>
      <dgm:spPr/>
    </dgm:pt>
    <dgm:pt modelId="{B13B5161-3CCE-4E83-8774-3C49F656883E}" type="pres">
      <dgm:prSet presAssocID="{5180BEE1-2AB5-4EF2-95F8-8A65C31FD7E5}" presName="vert1" presStyleCnt="0"/>
      <dgm:spPr/>
    </dgm:pt>
    <dgm:pt modelId="{B05AAE3E-1B55-4844-8BEA-8B40FE945A7E}" type="pres">
      <dgm:prSet presAssocID="{1B26A3D8-DFC6-47B8-A43F-34B26CF66117}" presName="thickLine" presStyleLbl="alignNode1" presStyleIdx="1" presStyleCnt="6"/>
      <dgm:spPr/>
    </dgm:pt>
    <dgm:pt modelId="{6536A0D8-4B8E-44C3-9074-95265577317C}" type="pres">
      <dgm:prSet presAssocID="{1B26A3D8-DFC6-47B8-A43F-34B26CF66117}" presName="horz1" presStyleCnt="0"/>
      <dgm:spPr/>
    </dgm:pt>
    <dgm:pt modelId="{D10F823B-95CA-43B3-806D-AD98C344991D}" type="pres">
      <dgm:prSet presAssocID="{1B26A3D8-DFC6-47B8-A43F-34B26CF66117}" presName="tx1" presStyleLbl="revTx" presStyleIdx="1" presStyleCnt="6"/>
      <dgm:spPr/>
    </dgm:pt>
    <dgm:pt modelId="{76F0D75E-6E19-43F5-878E-E30BCFDDD938}" type="pres">
      <dgm:prSet presAssocID="{1B26A3D8-DFC6-47B8-A43F-34B26CF66117}" presName="vert1" presStyleCnt="0"/>
      <dgm:spPr/>
    </dgm:pt>
    <dgm:pt modelId="{DAC53835-44EF-4839-8B44-FF26D13F509F}" type="pres">
      <dgm:prSet presAssocID="{BC5133F5-B730-4B82-A9C3-7D8F3B22EA09}" presName="thickLine" presStyleLbl="alignNode1" presStyleIdx="2" presStyleCnt="6"/>
      <dgm:spPr/>
    </dgm:pt>
    <dgm:pt modelId="{D346B9AE-0F32-4628-A056-715CB1978EAC}" type="pres">
      <dgm:prSet presAssocID="{BC5133F5-B730-4B82-A9C3-7D8F3B22EA09}" presName="horz1" presStyleCnt="0"/>
      <dgm:spPr/>
    </dgm:pt>
    <dgm:pt modelId="{AB6288C0-79C6-458F-BB3D-09AE746517FD}" type="pres">
      <dgm:prSet presAssocID="{BC5133F5-B730-4B82-A9C3-7D8F3B22EA09}" presName="tx1" presStyleLbl="revTx" presStyleIdx="2" presStyleCnt="6"/>
      <dgm:spPr/>
    </dgm:pt>
    <dgm:pt modelId="{DC48D2F9-0841-4941-B14B-2C7FB06B72BB}" type="pres">
      <dgm:prSet presAssocID="{BC5133F5-B730-4B82-A9C3-7D8F3B22EA09}" presName="vert1" presStyleCnt="0"/>
      <dgm:spPr/>
    </dgm:pt>
    <dgm:pt modelId="{01E87752-1344-489E-95E2-772DEEAF1DCF}" type="pres">
      <dgm:prSet presAssocID="{28354991-2F48-479E-B5E2-731531B4649B}" presName="thickLine" presStyleLbl="alignNode1" presStyleIdx="3" presStyleCnt="6"/>
      <dgm:spPr/>
    </dgm:pt>
    <dgm:pt modelId="{79DFDDA3-1A20-4993-A345-8DFB5BE8848C}" type="pres">
      <dgm:prSet presAssocID="{28354991-2F48-479E-B5E2-731531B4649B}" presName="horz1" presStyleCnt="0"/>
      <dgm:spPr/>
    </dgm:pt>
    <dgm:pt modelId="{C5B6A047-60F1-496C-BFC8-6BF957B4EBDF}" type="pres">
      <dgm:prSet presAssocID="{28354991-2F48-479E-B5E2-731531B4649B}" presName="tx1" presStyleLbl="revTx" presStyleIdx="3" presStyleCnt="6"/>
      <dgm:spPr/>
    </dgm:pt>
    <dgm:pt modelId="{DD0A1D9D-11ED-4496-AC2F-F6FF1CA13591}" type="pres">
      <dgm:prSet presAssocID="{28354991-2F48-479E-B5E2-731531B4649B}" presName="vert1" presStyleCnt="0"/>
      <dgm:spPr/>
    </dgm:pt>
    <dgm:pt modelId="{E4CD99E6-CB36-49D4-9CD9-070DE0BC2A55}" type="pres">
      <dgm:prSet presAssocID="{E0C0766C-0E79-4B13-8C05-718B68FB8E13}" presName="thickLine" presStyleLbl="alignNode1" presStyleIdx="4" presStyleCnt="6"/>
      <dgm:spPr/>
    </dgm:pt>
    <dgm:pt modelId="{B041F3CB-4039-4FB6-8F62-C51FBFD8352D}" type="pres">
      <dgm:prSet presAssocID="{E0C0766C-0E79-4B13-8C05-718B68FB8E13}" presName="horz1" presStyleCnt="0"/>
      <dgm:spPr/>
    </dgm:pt>
    <dgm:pt modelId="{DE73C745-4B28-4E51-907E-1BD7D8428D9F}" type="pres">
      <dgm:prSet presAssocID="{E0C0766C-0E79-4B13-8C05-718B68FB8E13}" presName="tx1" presStyleLbl="revTx" presStyleIdx="4" presStyleCnt="6"/>
      <dgm:spPr/>
    </dgm:pt>
    <dgm:pt modelId="{11DB5DFE-7508-4F8B-8A7E-0F4B88B35331}" type="pres">
      <dgm:prSet presAssocID="{E0C0766C-0E79-4B13-8C05-718B68FB8E13}" presName="vert1" presStyleCnt="0"/>
      <dgm:spPr/>
    </dgm:pt>
    <dgm:pt modelId="{7B45DB16-25C7-4CFD-B0A2-51052C2C45C4}" type="pres">
      <dgm:prSet presAssocID="{2490C577-BF41-4748-8041-86FE681C8423}" presName="thickLine" presStyleLbl="alignNode1" presStyleIdx="5" presStyleCnt="6"/>
      <dgm:spPr/>
    </dgm:pt>
    <dgm:pt modelId="{21C3789E-54A0-4556-81AC-EE18A49BBC26}" type="pres">
      <dgm:prSet presAssocID="{2490C577-BF41-4748-8041-86FE681C8423}" presName="horz1" presStyleCnt="0"/>
      <dgm:spPr/>
    </dgm:pt>
    <dgm:pt modelId="{D0763CC4-A8F0-406A-86DB-46C738B679F2}" type="pres">
      <dgm:prSet presAssocID="{2490C577-BF41-4748-8041-86FE681C8423}" presName="tx1" presStyleLbl="revTx" presStyleIdx="5" presStyleCnt="6"/>
      <dgm:spPr/>
    </dgm:pt>
    <dgm:pt modelId="{B6B07337-2F7D-4BC1-9496-E98139617CBB}" type="pres">
      <dgm:prSet presAssocID="{2490C577-BF41-4748-8041-86FE681C8423}" presName="vert1" presStyleCnt="0"/>
      <dgm:spPr/>
    </dgm:pt>
  </dgm:ptLst>
  <dgm:cxnLst>
    <dgm:cxn modelId="{E3CCB60C-62B6-4299-AF4F-0E0BF219E524}" type="presOf" srcId="{28354991-2F48-479E-B5E2-731531B4649B}" destId="{C5B6A047-60F1-496C-BFC8-6BF957B4EBDF}" srcOrd="0" destOrd="0" presId="urn:microsoft.com/office/officeart/2008/layout/LinedList"/>
    <dgm:cxn modelId="{F8F45010-F4E7-4CC3-83AA-8DCF86877D56}" srcId="{69566D56-8D23-442A-84B1-D6DF90331475}" destId="{1B26A3D8-DFC6-47B8-A43F-34B26CF66117}" srcOrd="1" destOrd="0" parTransId="{B4F53DAC-F0FB-45AE-B465-1D4C93469E6F}" sibTransId="{0F5ACB8F-D557-4C6A-83F4-40B3B57AF1AA}"/>
    <dgm:cxn modelId="{7E35DD13-5F43-45D3-A6E6-32A9202428D0}" type="presOf" srcId="{BC5133F5-B730-4B82-A9C3-7D8F3B22EA09}" destId="{AB6288C0-79C6-458F-BB3D-09AE746517FD}" srcOrd="0" destOrd="0" presId="urn:microsoft.com/office/officeart/2008/layout/LinedList"/>
    <dgm:cxn modelId="{0ADAB133-4767-4D9C-B099-67076542DBA2}" type="presOf" srcId="{2490C577-BF41-4748-8041-86FE681C8423}" destId="{D0763CC4-A8F0-406A-86DB-46C738B679F2}" srcOrd="0" destOrd="0" presId="urn:microsoft.com/office/officeart/2008/layout/LinedList"/>
    <dgm:cxn modelId="{30F85D5D-BB12-4374-91E3-1C5D2A2EC9C6}" type="presOf" srcId="{69566D56-8D23-442A-84B1-D6DF90331475}" destId="{E50A919F-F51F-4D99-ABB4-5C7A69DB4B34}" srcOrd="0" destOrd="0" presId="urn:microsoft.com/office/officeart/2008/layout/LinedList"/>
    <dgm:cxn modelId="{F97ED375-A0C3-4216-987C-3E465F354B21}" type="presOf" srcId="{1B26A3D8-DFC6-47B8-A43F-34B26CF66117}" destId="{D10F823B-95CA-43B3-806D-AD98C344991D}" srcOrd="0" destOrd="0" presId="urn:microsoft.com/office/officeart/2008/layout/LinedList"/>
    <dgm:cxn modelId="{89FFA399-9C84-48E8-8913-B1E3093E7268}" srcId="{69566D56-8D23-442A-84B1-D6DF90331475}" destId="{BC5133F5-B730-4B82-A9C3-7D8F3B22EA09}" srcOrd="2" destOrd="0" parTransId="{9A6D2259-1A0D-449A-A824-FE6231D16332}" sibTransId="{2C46C8D3-EC2E-4725-9A54-C9DBD1555F27}"/>
    <dgm:cxn modelId="{5049DD9B-74A5-4C33-9987-A82866A56D88}" srcId="{69566D56-8D23-442A-84B1-D6DF90331475}" destId="{2490C577-BF41-4748-8041-86FE681C8423}" srcOrd="5" destOrd="0" parTransId="{8AA05C67-E177-45F1-BB41-DEE5A084C0F5}" sibTransId="{EDEEC13A-F443-4419-90C7-610FDF7B21A4}"/>
    <dgm:cxn modelId="{278DD29D-8D25-4024-B553-BDD18EE2A283}" srcId="{69566D56-8D23-442A-84B1-D6DF90331475}" destId="{5180BEE1-2AB5-4EF2-95F8-8A65C31FD7E5}" srcOrd="0" destOrd="0" parTransId="{99A9A20D-663D-43A1-B3D2-95CF2E401A66}" sibTransId="{51CEC39C-6CD6-4D6B-841A-284B54499104}"/>
    <dgm:cxn modelId="{4289C79E-BDEA-44DD-95BD-A82419018515}" srcId="{69566D56-8D23-442A-84B1-D6DF90331475}" destId="{E0C0766C-0E79-4B13-8C05-718B68FB8E13}" srcOrd="4" destOrd="0" parTransId="{DBC63359-5BF9-4A4D-B93D-F1AF564D6ADF}" sibTransId="{96379628-C897-453D-8579-B7EE58814181}"/>
    <dgm:cxn modelId="{B9201FED-D53B-4776-9992-655A423B730D}" type="presOf" srcId="{5180BEE1-2AB5-4EF2-95F8-8A65C31FD7E5}" destId="{C372AD49-ADC1-4DAC-85A7-5FD4387911D8}" srcOrd="0" destOrd="0" presId="urn:microsoft.com/office/officeart/2008/layout/LinedList"/>
    <dgm:cxn modelId="{440CABF5-3F40-4A51-860A-26916200A8FA}" type="presOf" srcId="{E0C0766C-0E79-4B13-8C05-718B68FB8E13}" destId="{DE73C745-4B28-4E51-907E-1BD7D8428D9F}" srcOrd="0" destOrd="0" presId="urn:microsoft.com/office/officeart/2008/layout/LinedList"/>
    <dgm:cxn modelId="{B3B2FBFD-2507-4C3E-91B4-EB989F8D94C7}" srcId="{69566D56-8D23-442A-84B1-D6DF90331475}" destId="{28354991-2F48-479E-B5E2-731531B4649B}" srcOrd="3" destOrd="0" parTransId="{8164D647-509E-4B3B-97D6-502A67807BD4}" sibTransId="{3765EFB7-0F9B-487C-95BE-665D40E65016}"/>
    <dgm:cxn modelId="{A9FF0F9A-8C2B-40AA-9757-546A4FADF4A2}" type="presParOf" srcId="{E50A919F-F51F-4D99-ABB4-5C7A69DB4B34}" destId="{95067F31-7BEF-48A0-A30A-E129635275C9}" srcOrd="0" destOrd="0" presId="urn:microsoft.com/office/officeart/2008/layout/LinedList"/>
    <dgm:cxn modelId="{3FDE950F-71BA-4A77-9FD6-6A0C4621C599}" type="presParOf" srcId="{E50A919F-F51F-4D99-ABB4-5C7A69DB4B34}" destId="{CB482316-7C38-4A90-B13C-AF901A9DFD6B}" srcOrd="1" destOrd="0" presId="urn:microsoft.com/office/officeart/2008/layout/LinedList"/>
    <dgm:cxn modelId="{FDEC52C3-2CBF-42C6-BEE5-6AEE62202E0F}" type="presParOf" srcId="{CB482316-7C38-4A90-B13C-AF901A9DFD6B}" destId="{C372AD49-ADC1-4DAC-85A7-5FD4387911D8}" srcOrd="0" destOrd="0" presId="urn:microsoft.com/office/officeart/2008/layout/LinedList"/>
    <dgm:cxn modelId="{08D128BC-20A5-4117-9A97-EB1DC74648F9}" type="presParOf" srcId="{CB482316-7C38-4A90-B13C-AF901A9DFD6B}" destId="{B13B5161-3CCE-4E83-8774-3C49F656883E}" srcOrd="1" destOrd="0" presId="urn:microsoft.com/office/officeart/2008/layout/LinedList"/>
    <dgm:cxn modelId="{02855207-CFD0-4166-B918-1EC55DA28DE6}" type="presParOf" srcId="{E50A919F-F51F-4D99-ABB4-5C7A69DB4B34}" destId="{B05AAE3E-1B55-4844-8BEA-8B40FE945A7E}" srcOrd="2" destOrd="0" presId="urn:microsoft.com/office/officeart/2008/layout/LinedList"/>
    <dgm:cxn modelId="{3E5500A5-A87C-4F21-A3C3-9601A16D5A5B}" type="presParOf" srcId="{E50A919F-F51F-4D99-ABB4-5C7A69DB4B34}" destId="{6536A0D8-4B8E-44C3-9074-95265577317C}" srcOrd="3" destOrd="0" presId="urn:microsoft.com/office/officeart/2008/layout/LinedList"/>
    <dgm:cxn modelId="{4E44552D-D507-4993-A35E-85C4B55C4864}" type="presParOf" srcId="{6536A0D8-4B8E-44C3-9074-95265577317C}" destId="{D10F823B-95CA-43B3-806D-AD98C344991D}" srcOrd="0" destOrd="0" presId="urn:microsoft.com/office/officeart/2008/layout/LinedList"/>
    <dgm:cxn modelId="{EE18646F-EE81-4065-9000-A6222FE5613F}" type="presParOf" srcId="{6536A0D8-4B8E-44C3-9074-95265577317C}" destId="{76F0D75E-6E19-43F5-878E-E30BCFDDD938}" srcOrd="1" destOrd="0" presId="urn:microsoft.com/office/officeart/2008/layout/LinedList"/>
    <dgm:cxn modelId="{AEFE4E8C-6093-4C61-86D7-2F52255A312D}" type="presParOf" srcId="{E50A919F-F51F-4D99-ABB4-5C7A69DB4B34}" destId="{DAC53835-44EF-4839-8B44-FF26D13F509F}" srcOrd="4" destOrd="0" presId="urn:microsoft.com/office/officeart/2008/layout/LinedList"/>
    <dgm:cxn modelId="{D6FEDA5F-9367-45CA-A766-F1E782CC4A53}" type="presParOf" srcId="{E50A919F-F51F-4D99-ABB4-5C7A69DB4B34}" destId="{D346B9AE-0F32-4628-A056-715CB1978EAC}" srcOrd="5" destOrd="0" presId="urn:microsoft.com/office/officeart/2008/layout/LinedList"/>
    <dgm:cxn modelId="{7E7B7C7E-B0BF-4624-A07C-754A2969F9FA}" type="presParOf" srcId="{D346B9AE-0F32-4628-A056-715CB1978EAC}" destId="{AB6288C0-79C6-458F-BB3D-09AE746517FD}" srcOrd="0" destOrd="0" presId="urn:microsoft.com/office/officeart/2008/layout/LinedList"/>
    <dgm:cxn modelId="{95EF9531-CE92-4405-A5F3-FCF9778ED876}" type="presParOf" srcId="{D346B9AE-0F32-4628-A056-715CB1978EAC}" destId="{DC48D2F9-0841-4941-B14B-2C7FB06B72BB}" srcOrd="1" destOrd="0" presId="urn:microsoft.com/office/officeart/2008/layout/LinedList"/>
    <dgm:cxn modelId="{062AE4A6-E063-44FF-9E23-F727044F2A74}" type="presParOf" srcId="{E50A919F-F51F-4D99-ABB4-5C7A69DB4B34}" destId="{01E87752-1344-489E-95E2-772DEEAF1DCF}" srcOrd="6" destOrd="0" presId="urn:microsoft.com/office/officeart/2008/layout/LinedList"/>
    <dgm:cxn modelId="{77B11CF2-8E52-49A8-8145-7CBDCFA8F53A}" type="presParOf" srcId="{E50A919F-F51F-4D99-ABB4-5C7A69DB4B34}" destId="{79DFDDA3-1A20-4993-A345-8DFB5BE8848C}" srcOrd="7" destOrd="0" presId="urn:microsoft.com/office/officeart/2008/layout/LinedList"/>
    <dgm:cxn modelId="{3C67343D-3A99-403C-B728-D539F35275DD}" type="presParOf" srcId="{79DFDDA3-1A20-4993-A345-8DFB5BE8848C}" destId="{C5B6A047-60F1-496C-BFC8-6BF957B4EBDF}" srcOrd="0" destOrd="0" presId="urn:microsoft.com/office/officeart/2008/layout/LinedList"/>
    <dgm:cxn modelId="{4461A189-4DDB-4842-87DA-114C6E2BB03C}" type="presParOf" srcId="{79DFDDA3-1A20-4993-A345-8DFB5BE8848C}" destId="{DD0A1D9D-11ED-4496-AC2F-F6FF1CA13591}" srcOrd="1" destOrd="0" presId="urn:microsoft.com/office/officeart/2008/layout/LinedList"/>
    <dgm:cxn modelId="{6036684D-B504-476E-934F-BB7D0846E3EA}" type="presParOf" srcId="{E50A919F-F51F-4D99-ABB4-5C7A69DB4B34}" destId="{E4CD99E6-CB36-49D4-9CD9-070DE0BC2A55}" srcOrd="8" destOrd="0" presId="urn:microsoft.com/office/officeart/2008/layout/LinedList"/>
    <dgm:cxn modelId="{AB1B6808-7FEB-4A54-80B7-37657F0B07DE}" type="presParOf" srcId="{E50A919F-F51F-4D99-ABB4-5C7A69DB4B34}" destId="{B041F3CB-4039-4FB6-8F62-C51FBFD8352D}" srcOrd="9" destOrd="0" presId="urn:microsoft.com/office/officeart/2008/layout/LinedList"/>
    <dgm:cxn modelId="{BD21463B-F58B-4097-AAEF-4D09BB734F9C}" type="presParOf" srcId="{B041F3CB-4039-4FB6-8F62-C51FBFD8352D}" destId="{DE73C745-4B28-4E51-907E-1BD7D8428D9F}" srcOrd="0" destOrd="0" presId="urn:microsoft.com/office/officeart/2008/layout/LinedList"/>
    <dgm:cxn modelId="{870880AD-E9C6-4DED-A1EE-0FAFDB282DBD}" type="presParOf" srcId="{B041F3CB-4039-4FB6-8F62-C51FBFD8352D}" destId="{11DB5DFE-7508-4F8B-8A7E-0F4B88B35331}" srcOrd="1" destOrd="0" presId="urn:microsoft.com/office/officeart/2008/layout/LinedList"/>
    <dgm:cxn modelId="{B4CBB922-1DF6-4EF2-A7CB-D3144BF8C7AD}" type="presParOf" srcId="{E50A919F-F51F-4D99-ABB4-5C7A69DB4B34}" destId="{7B45DB16-25C7-4CFD-B0A2-51052C2C45C4}" srcOrd="10" destOrd="0" presId="urn:microsoft.com/office/officeart/2008/layout/LinedList"/>
    <dgm:cxn modelId="{59C7901F-45CF-40D7-A196-CB1393329502}" type="presParOf" srcId="{E50A919F-F51F-4D99-ABB4-5C7A69DB4B34}" destId="{21C3789E-54A0-4556-81AC-EE18A49BBC26}" srcOrd="11" destOrd="0" presId="urn:microsoft.com/office/officeart/2008/layout/LinedList"/>
    <dgm:cxn modelId="{2FFE6AB4-BB68-4C25-96EF-2A2B85125D81}" type="presParOf" srcId="{21C3789E-54A0-4556-81AC-EE18A49BBC26}" destId="{D0763CC4-A8F0-406A-86DB-46C738B679F2}" srcOrd="0" destOrd="0" presId="urn:microsoft.com/office/officeart/2008/layout/LinedList"/>
    <dgm:cxn modelId="{1FD324C5-F5B9-4B33-A367-0FBE3AE7A59E}" type="presParOf" srcId="{21C3789E-54A0-4556-81AC-EE18A49BBC26}" destId="{B6B07337-2F7D-4BC1-9496-E98139617CB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0784FE2-7EAD-463D-848D-683A37144E66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27DC808-58EF-4AC1-B489-49F9D963B353}">
      <dgm:prSet/>
      <dgm:spPr/>
      <dgm:t>
        <a:bodyPr/>
        <a:lstStyle/>
        <a:p>
          <a:r>
            <a:rPr lang="ru-RU"/>
            <a:t>С помощью CSS можно форматировать </a:t>
          </a:r>
          <a:r>
            <a:rPr lang="ru-RU" b="1"/>
            <a:t>целые блоки</a:t>
          </a:r>
          <a:r>
            <a:rPr lang="ru-RU"/>
            <a:t>:</a:t>
          </a:r>
          <a:endParaRPr lang="en-US"/>
        </a:p>
      </dgm:t>
    </dgm:pt>
    <dgm:pt modelId="{6B5D4B3C-7FD0-4BF3-A4C2-22A36DCE1772}" type="parTrans" cxnId="{3469F4F3-D9E0-4627-BE9E-42A01A212B60}">
      <dgm:prSet/>
      <dgm:spPr/>
      <dgm:t>
        <a:bodyPr/>
        <a:lstStyle/>
        <a:p>
          <a:endParaRPr lang="en-US"/>
        </a:p>
      </dgm:t>
    </dgm:pt>
    <dgm:pt modelId="{726A5D9F-4F9D-4B22-82A2-4308E08D6291}" type="sibTrans" cxnId="{3469F4F3-D9E0-4627-BE9E-42A01A212B60}">
      <dgm:prSet/>
      <dgm:spPr/>
      <dgm:t>
        <a:bodyPr/>
        <a:lstStyle/>
        <a:p>
          <a:endParaRPr lang="en-US"/>
        </a:p>
      </dgm:t>
    </dgm:pt>
    <dgm:pt modelId="{26AF9B6F-0B42-4799-A8D6-90A16A47C069}">
      <dgm:prSet/>
      <dgm:spPr/>
      <dgm:t>
        <a:bodyPr/>
        <a:lstStyle/>
        <a:p>
          <a:r>
            <a:rPr lang="ru-RU"/>
            <a:t>цвет фона</a:t>
          </a:r>
          <a:endParaRPr lang="en-US"/>
        </a:p>
      </dgm:t>
    </dgm:pt>
    <dgm:pt modelId="{524E8393-A61A-4C70-A00E-B5BD635770BA}" type="parTrans" cxnId="{FCDF8B4D-C471-47AF-BC0A-806CA3C63D4E}">
      <dgm:prSet/>
      <dgm:spPr/>
      <dgm:t>
        <a:bodyPr/>
        <a:lstStyle/>
        <a:p>
          <a:endParaRPr lang="en-US"/>
        </a:p>
      </dgm:t>
    </dgm:pt>
    <dgm:pt modelId="{5FDB2027-9902-4F40-96D6-D6E4F52ADC00}" type="sibTrans" cxnId="{FCDF8B4D-C471-47AF-BC0A-806CA3C63D4E}">
      <dgm:prSet/>
      <dgm:spPr/>
      <dgm:t>
        <a:bodyPr/>
        <a:lstStyle/>
        <a:p>
          <a:endParaRPr lang="en-US"/>
        </a:p>
      </dgm:t>
    </dgm:pt>
    <dgm:pt modelId="{6F410D6F-7D13-45C3-AD9E-0BFF36860B88}">
      <dgm:prSet/>
      <dgm:spPr/>
      <dgm:t>
        <a:bodyPr/>
        <a:lstStyle/>
        <a:p>
          <a:r>
            <a:rPr lang="ru-RU"/>
            <a:t>отступы</a:t>
          </a:r>
          <a:endParaRPr lang="en-US"/>
        </a:p>
      </dgm:t>
    </dgm:pt>
    <dgm:pt modelId="{6EFCF044-7C12-4047-9B89-4B1EC93FC9D9}" type="parTrans" cxnId="{526FA351-9634-48C3-A79E-E4CC6F31D101}">
      <dgm:prSet/>
      <dgm:spPr/>
      <dgm:t>
        <a:bodyPr/>
        <a:lstStyle/>
        <a:p>
          <a:endParaRPr lang="en-US"/>
        </a:p>
      </dgm:t>
    </dgm:pt>
    <dgm:pt modelId="{DA0A2F99-DE1C-47B2-9747-073AF4667AA9}" type="sibTrans" cxnId="{526FA351-9634-48C3-A79E-E4CC6F31D101}">
      <dgm:prSet/>
      <dgm:spPr/>
      <dgm:t>
        <a:bodyPr/>
        <a:lstStyle/>
        <a:p>
          <a:endParaRPr lang="en-US"/>
        </a:p>
      </dgm:t>
    </dgm:pt>
    <dgm:pt modelId="{04A693D2-9CEF-4547-82C8-D2DE5DCD1F92}">
      <dgm:prSet/>
      <dgm:spPr/>
      <dgm:t>
        <a:bodyPr/>
        <a:lstStyle/>
        <a:p>
          <a:r>
            <a:rPr lang="ru-RU"/>
            <a:t>рамки</a:t>
          </a:r>
          <a:endParaRPr lang="en-US"/>
        </a:p>
      </dgm:t>
    </dgm:pt>
    <dgm:pt modelId="{D0C7D668-D167-4F25-BAD7-791F2BF28722}" type="parTrans" cxnId="{4617F915-30BD-4212-87DD-6401543025A0}">
      <dgm:prSet/>
      <dgm:spPr/>
      <dgm:t>
        <a:bodyPr/>
        <a:lstStyle/>
        <a:p>
          <a:endParaRPr lang="en-US"/>
        </a:p>
      </dgm:t>
    </dgm:pt>
    <dgm:pt modelId="{0EF98DE5-FBC7-4C95-8BC7-FD182970CA92}" type="sibTrans" cxnId="{4617F915-30BD-4212-87DD-6401543025A0}">
      <dgm:prSet/>
      <dgm:spPr/>
      <dgm:t>
        <a:bodyPr/>
        <a:lstStyle/>
        <a:p>
          <a:endParaRPr lang="en-US"/>
        </a:p>
      </dgm:t>
    </dgm:pt>
    <dgm:pt modelId="{D008EE34-7469-4EC3-932B-C541995CC2FC}">
      <dgm:prSet/>
      <dgm:spPr/>
      <dgm:t>
        <a:bodyPr/>
        <a:lstStyle/>
        <a:p>
          <a:r>
            <a:rPr lang="ru-RU"/>
            <a:t>скругление углов</a:t>
          </a:r>
          <a:endParaRPr lang="en-US"/>
        </a:p>
      </dgm:t>
    </dgm:pt>
    <dgm:pt modelId="{EF0C1F52-FCA1-4CC8-B4D6-044BD94A62A3}" type="parTrans" cxnId="{43BB64BA-40F5-4F60-9166-93011093A769}">
      <dgm:prSet/>
      <dgm:spPr/>
      <dgm:t>
        <a:bodyPr/>
        <a:lstStyle/>
        <a:p>
          <a:endParaRPr lang="en-US"/>
        </a:p>
      </dgm:t>
    </dgm:pt>
    <dgm:pt modelId="{72C4AEC6-65A7-45F3-8B32-1333F24A2759}" type="sibTrans" cxnId="{43BB64BA-40F5-4F60-9166-93011093A769}">
      <dgm:prSet/>
      <dgm:spPr/>
      <dgm:t>
        <a:bodyPr/>
        <a:lstStyle/>
        <a:p>
          <a:endParaRPr lang="en-US"/>
        </a:p>
      </dgm:t>
    </dgm:pt>
    <dgm:pt modelId="{63E673C4-136C-41CB-8C3F-45E895C8AF82}">
      <dgm:prSet/>
      <dgm:spPr/>
      <dgm:t>
        <a:bodyPr/>
        <a:lstStyle/>
        <a:p>
          <a:r>
            <a:rPr lang="ru-RU"/>
            <a:t>Это делает страницу аккуратной и современной.</a:t>
          </a:r>
          <a:endParaRPr lang="en-US"/>
        </a:p>
      </dgm:t>
    </dgm:pt>
    <dgm:pt modelId="{272A18AA-5833-4915-83AC-A85A7BD52064}" type="parTrans" cxnId="{05083580-6546-46EB-89BA-79EC93551AE8}">
      <dgm:prSet/>
      <dgm:spPr/>
      <dgm:t>
        <a:bodyPr/>
        <a:lstStyle/>
        <a:p>
          <a:endParaRPr lang="en-US"/>
        </a:p>
      </dgm:t>
    </dgm:pt>
    <dgm:pt modelId="{661B47B8-8D89-4120-8390-66C6B1623EA1}" type="sibTrans" cxnId="{05083580-6546-46EB-89BA-79EC93551AE8}">
      <dgm:prSet/>
      <dgm:spPr/>
      <dgm:t>
        <a:bodyPr/>
        <a:lstStyle/>
        <a:p>
          <a:endParaRPr lang="en-US"/>
        </a:p>
      </dgm:t>
    </dgm:pt>
    <dgm:pt modelId="{422BDEF2-65F3-4729-BA45-F8FEB71B28CF}" type="pres">
      <dgm:prSet presAssocID="{70784FE2-7EAD-463D-848D-683A37144E66}" presName="vert0" presStyleCnt="0">
        <dgm:presLayoutVars>
          <dgm:dir/>
          <dgm:animOne val="branch"/>
          <dgm:animLvl val="lvl"/>
        </dgm:presLayoutVars>
      </dgm:prSet>
      <dgm:spPr/>
    </dgm:pt>
    <dgm:pt modelId="{E44E5C83-D3FF-4BF2-BBD7-690862EA23EC}" type="pres">
      <dgm:prSet presAssocID="{727DC808-58EF-4AC1-B489-49F9D963B353}" presName="thickLine" presStyleLbl="alignNode1" presStyleIdx="0" presStyleCnt="6"/>
      <dgm:spPr/>
    </dgm:pt>
    <dgm:pt modelId="{020C1779-D8BE-483A-B11B-44DE0CEC7B28}" type="pres">
      <dgm:prSet presAssocID="{727DC808-58EF-4AC1-B489-49F9D963B353}" presName="horz1" presStyleCnt="0"/>
      <dgm:spPr/>
    </dgm:pt>
    <dgm:pt modelId="{6B98C1C0-7377-4FBA-AB49-6B57AE62AFAD}" type="pres">
      <dgm:prSet presAssocID="{727DC808-58EF-4AC1-B489-49F9D963B353}" presName="tx1" presStyleLbl="revTx" presStyleIdx="0" presStyleCnt="6"/>
      <dgm:spPr/>
    </dgm:pt>
    <dgm:pt modelId="{AE237E6E-4A28-48A3-B976-8C676C997DF9}" type="pres">
      <dgm:prSet presAssocID="{727DC808-58EF-4AC1-B489-49F9D963B353}" presName="vert1" presStyleCnt="0"/>
      <dgm:spPr/>
    </dgm:pt>
    <dgm:pt modelId="{734F017A-15CC-4D55-AFF5-A73C9EA4971E}" type="pres">
      <dgm:prSet presAssocID="{26AF9B6F-0B42-4799-A8D6-90A16A47C069}" presName="thickLine" presStyleLbl="alignNode1" presStyleIdx="1" presStyleCnt="6"/>
      <dgm:spPr/>
    </dgm:pt>
    <dgm:pt modelId="{26F284E8-7B3D-4A09-8E64-127311B2E95D}" type="pres">
      <dgm:prSet presAssocID="{26AF9B6F-0B42-4799-A8D6-90A16A47C069}" presName="horz1" presStyleCnt="0"/>
      <dgm:spPr/>
    </dgm:pt>
    <dgm:pt modelId="{D6A1FE9E-F76C-4443-8584-5949443B22B7}" type="pres">
      <dgm:prSet presAssocID="{26AF9B6F-0B42-4799-A8D6-90A16A47C069}" presName="tx1" presStyleLbl="revTx" presStyleIdx="1" presStyleCnt="6"/>
      <dgm:spPr/>
    </dgm:pt>
    <dgm:pt modelId="{58370B9D-51FF-4137-93CF-57E1BF76AD6F}" type="pres">
      <dgm:prSet presAssocID="{26AF9B6F-0B42-4799-A8D6-90A16A47C069}" presName="vert1" presStyleCnt="0"/>
      <dgm:spPr/>
    </dgm:pt>
    <dgm:pt modelId="{14490C37-FD76-459B-A7D6-98B52B4AC496}" type="pres">
      <dgm:prSet presAssocID="{6F410D6F-7D13-45C3-AD9E-0BFF36860B88}" presName="thickLine" presStyleLbl="alignNode1" presStyleIdx="2" presStyleCnt="6"/>
      <dgm:spPr/>
    </dgm:pt>
    <dgm:pt modelId="{CDB7A705-E419-4BD6-AC9B-EA87FD289454}" type="pres">
      <dgm:prSet presAssocID="{6F410D6F-7D13-45C3-AD9E-0BFF36860B88}" presName="horz1" presStyleCnt="0"/>
      <dgm:spPr/>
    </dgm:pt>
    <dgm:pt modelId="{71BED1A9-7221-45A9-BD6B-D78DA34F0039}" type="pres">
      <dgm:prSet presAssocID="{6F410D6F-7D13-45C3-AD9E-0BFF36860B88}" presName="tx1" presStyleLbl="revTx" presStyleIdx="2" presStyleCnt="6"/>
      <dgm:spPr/>
    </dgm:pt>
    <dgm:pt modelId="{D9CC7B1D-26D6-40F4-A21E-9BEC388E85F7}" type="pres">
      <dgm:prSet presAssocID="{6F410D6F-7D13-45C3-AD9E-0BFF36860B88}" presName="vert1" presStyleCnt="0"/>
      <dgm:spPr/>
    </dgm:pt>
    <dgm:pt modelId="{F213245B-BC95-4A90-9A04-DFB4241D9EA7}" type="pres">
      <dgm:prSet presAssocID="{04A693D2-9CEF-4547-82C8-D2DE5DCD1F92}" presName="thickLine" presStyleLbl="alignNode1" presStyleIdx="3" presStyleCnt="6"/>
      <dgm:spPr/>
    </dgm:pt>
    <dgm:pt modelId="{080F6603-BAF2-44F5-AE84-BE3BCC270BBC}" type="pres">
      <dgm:prSet presAssocID="{04A693D2-9CEF-4547-82C8-D2DE5DCD1F92}" presName="horz1" presStyleCnt="0"/>
      <dgm:spPr/>
    </dgm:pt>
    <dgm:pt modelId="{5EF97B44-CA7C-451D-9B6D-227CB524B9AA}" type="pres">
      <dgm:prSet presAssocID="{04A693D2-9CEF-4547-82C8-D2DE5DCD1F92}" presName="tx1" presStyleLbl="revTx" presStyleIdx="3" presStyleCnt="6"/>
      <dgm:spPr/>
    </dgm:pt>
    <dgm:pt modelId="{DDB54F42-9716-4132-B7AE-04ABA6621B11}" type="pres">
      <dgm:prSet presAssocID="{04A693D2-9CEF-4547-82C8-D2DE5DCD1F92}" presName="vert1" presStyleCnt="0"/>
      <dgm:spPr/>
    </dgm:pt>
    <dgm:pt modelId="{851834E2-453C-44C5-8FBD-99478F2B195B}" type="pres">
      <dgm:prSet presAssocID="{D008EE34-7469-4EC3-932B-C541995CC2FC}" presName="thickLine" presStyleLbl="alignNode1" presStyleIdx="4" presStyleCnt="6"/>
      <dgm:spPr/>
    </dgm:pt>
    <dgm:pt modelId="{D67249CD-7101-497D-B59F-E9898F2377E5}" type="pres">
      <dgm:prSet presAssocID="{D008EE34-7469-4EC3-932B-C541995CC2FC}" presName="horz1" presStyleCnt="0"/>
      <dgm:spPr/>
    </dgm:pt>
    <dgm:pt modelId="{83920CD4-F20A-4F6C-B1FC-34D7058BB925}" type="pres">
      <dgm:prSet presAssocID="{D008EE34-7469-4EC3-932B-C541995CC2FC}" presName="tx1" presStyleLbl="revTx" presStyleIdx="4" presStyleCnt="6"/>
      <dgm:spPr/>
    </dgm:pt>
    <dgm:pt modelId="{393B13B4-7FF3-4C5F-B9EC-E3C9A8D1EF44}" type="pres">
      <dgm:prSet presAssocID="{D008EE34-7469-4EC3-932B-C541995CC2FC}" presName="vert1" presStyleCnt="0"/>
      <dgm:spPr/>
    </dgm:pt>
    <dgm:pt modelId="{6F5A8014-84D1-4C34-92DC-B688196BD234}" type="pres">
      <dgm:prSet presAssocID="{63E673C4-136C-41CB-8C3F-45E895C8AF82}" presName="thickLine" presStyleLbl="alignNode1" presStyleIdx="5" presStyleCnt="6"/>
      <dgm:spPr/>
    </dgm:pt>
    <dgm:pt modelId="{F5F167D8-D855-4B3A-BEDD-2F19C21B9B6D}" type="pres">
      <dgm:prSet presAssocID="{63E673C4-136C-41CB-8C3F-45E895C8AF82}" presName="horz1" presStyleCnt="0"/>
      <dgm:spPr/>
    </dgm:pt>
    <dgm:pt modelId="{6EDE1B17-7B0F-47AE-97A7-AB319F2CA7F7}" type="pres">
      <dgm:prSet presAssocID="{63E673C4-136C-41CB-8C3F-45E895C8AF82}" presName="tx1" presStyleLbl="revTx" presStyleIdx="5" presStyleCnt="6"/>
      <dgm:spPr/>
    </dgm:pt>
    <dgm:pt modelId="{908C9ED5-987A-4A84-BBA5-1F9D95B0E591}" type="pres">
      <dgm:prSet presAssocID="{63E673C4-136C-41CB-8C3F-45E895C8AF82}" presName="vert1" presStyleCnt="0"/>
      <dgm:spPr/>
    </dgm:pt>
  </dgm:ptLst>
  <dgm:cxnLst>
    <dgm:cxn modelId="{9B436808-6103-4580-B2F1-ADDF74F8824F}" type="presOf" srcId="{D008EE34-7469-4EC3-932B-C541995CC2FC}" destId="{83920CD4-F20A-4F6C-B1FC-34D7058BB925}" srcOrd="0" destOrd="0" presId="urn:microsoft.com/office/officeart/2008/layout/LinedList"/>
    <dgm:cxn modelId="{4617F915-30BD-4212-87DD-6401543025A0}" srcId="{70784FE2-7EAD-463D-848D-683A37144E66}" destId="{04A693D2-9CEF-4547-82C8-D2DE5DCD1F92}" srcOrd="3" destOrd="0" parTransId="{D0C7D668-D167-4F25-BAD7-791F2BF28722}" sibTransId="{0EF98DE5-FBC7-4C95-8BC7-FD182970CA92}"/>
    <dgm:cxn modelId="{35DF285F-0528-4DBE-B776-062CF6636D36}" type="presOf" srcId="{70784FE2-7EAD-463D-848D-683A37144E66}" destId="{422BDEF2-65F3-4729-BA45-F8FEB71B28CF}" srcOrd="0" destOrd="0" presId="urn:microsoft.com/office/officeart/2008/layout/LinedList"/>
    <dgm:cxn modelId="{FCDF8B4D-C471-47AF-BC0A-806CA3C63D4E}" srcId="{70784FE2-7EAD-463D-848D-683A37144E66}" destId="{26AF9B6F-0B42-4799-A8D6-90A16A47C069}" srcOrd="1" destOrd="0" parTransId="{524E8393-A61A-4C70-A00E-B5BD635770BA}" sibTransId="{5FDB2027-9902-4F40-96D6-D6E4F52ADC00}"/>
    <dgm:cxn modelId="{A992E06E-010E-46B8-8D9D-05CAE1C73BCB}" type="presOf" srcId="{04A693D2-9CEF-4547-82C8-D2DE5DCD1F92}" destId="{5EF97B44-CA7C-451D-9B6D-227CB524B9AA}" srcOrd="0" destOrd="0" presId="urn:microsoft.com/office/officeart/2008/layout/LinedList"/>
    <dgm:cxn modelId="{526FA351-9634-48C3-A79E-E4CC6F31D101}" srcId="{70784FE2-7EAD-463D-848D-683A37144E66}" destId="{6F410D6F-7D13-45C3-AD9E-0BFF36860B88}" srcOrd="2" destOrd="0" parTransId="{6EFCF044-7C12-4047-9B89-4B1EC93FC9D9}" sibTransId="{DA0A2F99-DE1C-47B2-9747-073AF4667AA9}"/>
    <dgm:cxn modelId="{05083580-6546-46EB-89BA-79EC93551AE8}" srcId="{70784FE2-7EAD-463D-848D-683A37144E66}" destId="{63E673C4-136C-41CB-8C3F-45E895C8AF82}" srcOrd="5" destOrd="0" parTransId="{272A18AA-5833-4915-83AC-A85A7BD52064}" sibTransId="{661B47B8-8D89-4120-8390-66C6B1623EA1}"/>
    <dgm:cxn modelId="{4D2337A1-6D90-4E23-8B69-64C169902BB9}" type="presOf" srcId="{727DC808-58EF-4AC1-B489-49F9D963B353}" destId="{6B98C1C0-7377-4FBA-AB49-6B57AE62AFAD}" srcOrd="0" destOrd="0" presId="urn:microsoft.com/office/officeart/2008/layout/LinedList"/>
    <dgm:cxn modelId="{044894B7-D2AC-425C-A7C6-A8E33589A8F8}" type="presOf" srcId="{6F410D6F-7D13-45C3-AD9E-0BFF36860B88}" destId="{71BED1A9-7221-45A9-BD6B-D78DA34F0039}" srcOrd="0" destOrd="0" presId="urn:microsoft.com/office/officeart/2008/layout/LinedList"/>
    <dgm:cxn modelId="{43BB64BA-40F5-4F60-9166-93011093A769}" srcId="{70784FE2-7EAD-463D-848D-683A37144E66}" destId="{D008EE34-7469-4EC3-932B-C541995CC2FC}" srcOrd="4" destOrd="0" parTransId="{EF0C1F52-FCA1-4CC8-B4D6-044BD94A62A3}" sibTransId="{72C4AEC6-65A7-45F3-8B32-1333F24A2759}"/>
    <dgm:cxn modelId="{F94113D3-D2EB-4DF2-89A8-31BA5E0923CF}" type="presOf" srcId="{63E673C4-136C-41CB-8C3F-45E895C8AF82}" destId="{6EDE1B17-7B0F-47AE-97A7-AB319F2CA7F7}" srcOrd="0" destOrd="0" presId="urn:microsoft.com/office/officeart/2008/layout/LinedList"/>
    <dgm:cxn modelId="{F93327EC-FB43-41B0-857C-F5841432A782}" type="presOf" srcId="{26AF9B6F-0B42-4799-A8D6-90A16A47C069}" destId="{D6A1FE9E-F76C-4443-8584-5949443B22B7}" srcOrd="0" destOrd="0" presId="urn:microsoft.com/office/officeart/2008/layout/LinedList"/>
    <dgm:cxn modelId="{3469F4F3-D9E0-4627-BE9E-42A01A212B60}" srcId="{70784FE2-7EAD-463D-848D-683A37144E66}" destId="{727DC808-58EF-4AC1-B489-49F9D963B353}" srcOrd="0" destOrd="0" parTransId="{6B5D4B3C-7FD0-4BF3-A4C2-22A36DCE1772}" sibTransId="{726A5D9F-4F9D-4B22-82A2-4308E08D6291}"/>
    <dgm:cxn modelId="{B9D27D25-85BD-4734-BB9F-4EA844169560}" type="presParOf" srcId="{422BDEF2-65F3-4729-BA45-F8FEB71B28CF}" destId="{E44E5C83-D3FF-4BF2-BBD7-690862EA23EC}" srcOrd="0" destOrd="0" presId="urn:microsoft.com/office/officeart/2008/layout/LinedList"/>
    <dgm:cxn modelId="{176623F5-8116-4752-8BE5-B3FE2D27D1C1}" type="presParOf" srcId="{422BDEF2-65F3-4729-BA45-F8FEB71B28CF}" destId="{020C1779-D8BE-483A-B11B-44DE0CEC7B28}" srcOrd="1" destOrd="0" presId="urn:microsoft.com/office/officeart/2008/layout/LinedList"/>
    <dgm:cxn modelId="{3927DF43-ABBD-4BD9-A05E-03A3BF133039}" type="presParOf" srcId="{020C1779-D8BE-483A-B11B-44DE0CEC7B28}" destId="{6B98C1C0-7377-4FBA-AB49-6B57AE62AFAD}" srcOrd="0" destOrd="0" presId="urn:microsoft.com/office/officeart/2008/layout/LinedList"/>
    <dgm:cxn modelId="{B1D43B6A-6DF7-438B-AB50-713FA21DB0FC}" type="presParOf" srcId="{020C1779-D8BE-483A-B11B-44DE0CEC7B28}" destId="{AE237E6E-4A28-48A3-B976-8C676C997DF9}" srcOrd="1" destOrd="0" presId="urn:microsoft.com/office/officeart/2008/layout/LinedList"/>
    <dgm:cxn modelId="{8395A12F-6B53-4CA7-B958-DA5667691F3B}" type="presParOf" srcId="{422BDEF2-65F3-4729-BA45-F8FEB71B28CF}" destId="{734F017A-15CC-4D55-AFF5-A73C9EA4971E}" srcOrd="2" destOrd="0" presId="urn:microsoft.com/office/officeart/2008/layout/LinedList"/>
    <dgm:cxn modelId="{0498F166-E331-480D-A67C-A8040109227B}" type="presParOf" srcId="{422BDEF2-65F3-4729-BA45-F8FEB71B28CF}" destId="{26F284E8-7B3D-4A09-8E64-127311B2E95D}" srcOrd="3" destOrd="0" presId="urn:microsoft.com/office/officeart/2008/layout/LinedList"/>
    <dgm:cxn modelId="{8E61A589-3990-4245-8A15-85223112328B}" type="presParOf" srcId="{26F284E8-7B3D-4A09-8E64-127311B2E95D}" destId="{D6A1FE9E-F76C-4443-8584-5949443B22B7}" srcOrd="0" destOrd="0" presId="urn:microsoft.com/office/officeart/2008/layout/LinedList"/>
    <dgm:cxn modelId="{89084EEB-A6CC-47B3-A3A0-25BFEF885A27}" type="presParOf" srcId="{26F284E8-7B3D-4A09-8E64-127311B2E95D}" destId="{58370B9D-51FF-4137-93CF-57E1BF76AD6F}" srcOrd="1" destOrd="0" presId="urn:microsoft.com/office/officeart/2008/layout/LinedList"/>
    <dgm:cxn modelId="{E9845B01-43DF-4803-AF1A-B80D2923F110}" type="presParOf" srcId="{422BDEF2-65F3-4729-BA45-F8FEB71B28CF}" destId="{14490C37-FD76-459B-A7D6-98B52B4AC496}" srcOrd="4" destOrd="0" presId="urn:microsoft.com/office/officeart/2008/layout/LinedList"/>
    <dgm:cxn modelId="{2027A2D0-2D01-4EEF-9CB8-7AAE3EA99D02}" type="presParOf" srcId="{422BDEF2-65F3-4729-BA45-F8FEB71B28CF}" destId="{CDB7A705-E419-4BD6-AC9B-EA87FD289454}" srcOrd="5" destOrd="0" presId="urn:microsoft.com/office/officeart/2008/layout/LinedList"/>
    <dgm:cxn modelId="{491A1FA2-0F0F-404E-A21D-640DA6A2DE01}" type="presParOf" srcId="{CDB7A705-E419-4BD6-AC9B-EA87FD289454}" destId="{71BED1A9-7221-45A9-BD6B-D78DA34F0039}" srcOrd="0" destOrd="0" presId="urn:microsoft.com/office/officeart/2008/layout/LinedList"/>
    <dgm:cxn modelId="{A44D466F-E4CA-47D6-9BE0-2D9DAA6CDF45}" type="presParOf" srcId="{CDB7A705-E419-4BD6-AC9B-EA87FD289454}" destId="{D9CC7B1D-26D6-40F4-A21E-9BEC388E85F7}" srcOrd="1" destOrd="0" presId="urn:microsoft.com/office/officeart/2008/layout/LinedList"/>
    <dgm:cxn modelId="{572AB1C1-427F-40AE-B78F-4A0631FA3FE8}" type="presParOf" srcId="{422BDEF2-65F3-4729-BA45-F8FEB71B28CF}" destId="{F213245B-BC95-4A90-9A04-DFB4241D9EA7}" srcOrd="6" destOrd="0" presId="urn:microsoft.com/office/officeart/2008/layout/LinedList"/>
    <dgm:cxn modelId="{B2E1E4B6-B202-40E8-8B1B-AB6A8846CEE1}" type="presParOf" srcId="{422BDEF2-65F3-4729-BA45-F8FEB71B28CF}" destId="{080F6603-BAF2-44F5-AE84-BE3BCC270BBC}" srcOrd="7" destOrd="0" presId="urn:microsoft.com/office/officeart/2008/layout/LinedList"/>
    <dgm:cxn modelId="{46C28B83-3EFD-438E-846D-3AD571E61284}" type="presParOf" srcId="{080F6603-BAF2-44F5-AE84-BE3BCC270BBC}" destId="{5EF97B44-CA7C-451D-9B6D-227CB524B9AA}" srcOrd="0" destOrd="0" presId="urn:microsoft.com/office/officeart/2008/layout/LinedList"/>
    <dgm:cxn modelId="{680A6ED7-3B22-4E09-8BF8-F0FDAEFD1101}" type="presParOf" srcId="{080F6603-BAF2-44F5-AE84-BE3BCC270BBC}" destId="{DDB54F42-9716-4132-B7AE-04ABA6621B11}" srcOrd="1" destOrd="0" presId="urn:microsoft.com/office/officeart/2008/layout/LinedList"/>
    <dgm:cxn modelId="{C4BB1259-DC92-4999-A22A-FB82114CAC18}" type="presParOf" srcId="{422BDEF2-65F3-4729-BA45-F8FEB71B28CF}" destId="{851834E2-453C-44C5-8FBD-99478F2B195B}" srcOrd="8" destOrd="0" presId="urn:microsoft.com/office/officeart/2008/layout/LinedList"/>
    <dgm:cxn modelId="{39E3DE53-BFE7-4372-B1A7-B78F79BBCD64}" type="presParOf" srcId="{422BDEF2-65F3-4729-BA45-F8FEB71B28CF}" destId="{D67249CD-7101-497D-B59F-E9898F2377E5}" srcOrd="9" destOrd="0" presId="urn:microsoft.com/office/officeart/2008/layout/LinedList"/>
    <dgm:cxn modelId="{BB240DA1-2166-4BC0-9D21-DE12846249B8}" type="presParOf" srcId="{D67249CD-7101-497D-B59F-E9898F2377E5}" destId="{83920CD4-F20A-4F6C-B1FC-34D7058BB925}" srcOrd="0" destOrd="0" presId="urn:microsoft.com/office/officeart/2008/layout/LinedList"/>
    <dgm:cxn modelId="{619D1F76-2AD3-437E-BDEC-7350199F77F0}" type="presParOf" srcId="{D67249CD-7101-497D-B59F-E9898F2377E5}" destId="{393B13B4-7FF3-4C5F-B9EC-E3C9A8D1EF44}" srcOrd="1" destOrd="0" presId="urn:microsoft.com/office/officeart/2008/layout/LinedList"/>
    <dgm:cxn modelId="{2BC96602-B5F2-4074-9AB4-F6C34D9FC4BE}" type="presParOf" srcId="{422BDEF2-65F3-4729-BA45-F8FEB71B28CF}" destId="{6F5A8014-84D1-4C34-92DC-B688196BD234}" srcOrd="10" destOrd="0" presId="urn:microsoft.com/office/officeart/2008/layout/LinedList"/>
    <dgm:cxn modelId="{89FFCA5F-1663-48EA-823A-2CFE4A8FCEDF}" type="presParOf" srcId="{422BDEF2-65F3-4729-BA45-F8FEB71B28CF}" destId="{F5F167D8-D855-4B3A-BEDD-2F19C21B9B6D}" srcOrd="11" destOrd="0" presId="urn:microsoft.com/office/officeart/2008/layout/LinedList"/>
    <dgm:cxn modelId="{C40C2358-A9DA-4BFF-9763-C2006A354FC7}" type="presParOf" srcId="{F5F167D8-D855-4B3A-BEDD-2F19C21B9B6D}" destId="{6EDE1B17-7B0F-47AE-97A7-AB319F2CA7F7}" srcOrd="0" destOrd="0" presId="urn:microsoft.com/office/officeart/2008/layout/LinedList"/>
    <dgm:cxn modelId="{8AAC7B41-BEB5-49E6-9E6E-918D259076CE}" type="presParOf" srcId="{F5F167D8-D855-4B3A-BEDD-2F19C21B9B6D}" destId="{908C9ED5-987A-4A84-BBA5-1F9D95B0E59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C0CFA2-ED44-4026-A130-A059F7A31D36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Современный HTML использует </a:t>
          </a:r>
          <a:r>
            <a:rPr lang="ru-RU" sz="2500" b="1" kern="1200"/>
            <a:t>семантические теги</a:t>
          </a:r>
          <a:r>
            <a:rPr lang="ru-RU" sz="2500" kern="1200"/>
            <a:t>.</a:t>
          </a:r>
          <a:endParaRPr lang="en-US" sz="2500" kern="1200"/>
        </a:p>
      </dsp:txBody>
      <dsp:txXfrm>
        <a:off x="48547" y="145256"/>
        <a:ext cx="6569739" cy="897406"/>
      </dsp:txXfrm>
    </dsp:sp>
    <dsp:sp modelId="{304B5B5B-A8D7-4B7D-909D-4D6729DF6496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Они:</a:t>
          </a:r>
          <a:endParaRPr lang="en-US" sz="2500" kern="1200"/>
        </a:p>
      </dsp:txBody>
      <dsp:txXfrm>
        <a:off x="48547" y="1211756"/>
        <a:ext cx="6569739" cy="897406"/>
      </dsp:txXfrm>
    </dsp:sp>
    <dsp:sp modelId="{C54F302C-F1EC-44DB-9C34-F25425BCAC01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делают страницу понятнее</a:t>
          </a:r>
          <a:endParaRPr lang="en-US" sz="2500" kern="1200"/>
        </a:p>
      </dsp:txBody>
      <dsp:txXfrm>
        <a:off x="48547" y="2278257"/>
        <a:ext cx="6569739" cy="897406"/>
      </dsp:txXfrm>
    </dsp:sp>
    <dsp:sp modelId="{01AB45CE-5B57-4A1E-AC98-816AE132E596}">
      <dsp:nvSpPr>
        <dsp:cNvPr id="0" name=""/>
        <dsp:cNvSpPr/>
      </dsp:nvSpPr>
      <dsp:spPr>
        <a:xfrm>
          <a:off x="0" y="32962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улучшают структуру</a:t>
          </a:r>
          <a:endParaRPr lang="en-US" sz="2500" kern="1200"/>
        </a:p>
      </dsp:txBody>
      <dsp:txXfrm>
        <a:off x="48547" y="3344757"/>
        <a:ext cx="6569739" cy="897406"/>
      </dsp:txXfrm>
    </dsp:sp>
    <dsp:sp modelId="{8952D48B-477C-4203-A61E-21ADF1881748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помогают браузерам и поисковым системам</a:t>
          </a:r>
          <a:endParaRPr lang="en-US" sz="2500" kern="1200"/>
        </a:p>
      </dsp:txBody>
      <dsp:txXfrm>
        <a:off x="48547" y="4411257"/>
        <a:ext cx="6569739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A6FF63-40BC-4B27-9725-306A351E01B6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CA18FE-217E-4735-8AC3-B48F6154C62B}">
      <dsp:nvSpPr>
        <dsp:cNvPr id="0" name=""/>
        <dsp:cNvSpPr/>
      </dsp:nvSpPr>
      <dsp:spPr>
        <a:xfrm>
          <a:off x="0" y="665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Основные новые теги HTML5:</a:t>
          </a:r>
          <a:endParaRPr lang="en-US" sz="3000" kern="1200"/>
        </a:p>
      </dsp:txBody>
      <dsp:txXfrm>
        <a:off x="0" y="665"/>
        <a:ext cx="6666833" cy="778941"/>
      </dsp:txXfrm>
    </dsp:sp>
    <dsp:sp modelId="{4B0B4FE8-04FA-455A-A5F1-3B9BB5D58C79}">
      <dsp:nvSpPr>
        <dsp:cNvPr id="0" name=""/>
        <dsp:cNvSpPr/>
      </dsp:nvSpPr>
      <dsp:spPr>
        <a:xfrm>
          <a:off x="0" y="779606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66EFD9-E137-4A8C-8974-E58DD5E51C5C}">
      <dsp:nvSpPr>
        <dsp:cNvPr id="0" name=""/>
        <dsp:cNvSpPr/>
      </dsp:nvSpPr>
      <dsp:spPr>
        <a:xfrm>
          <a:off x="0" y="779606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&lt;header&gt; — верхняя часть страницы</a:t>
          </a:r>
          <a:endParaRPr lang="en-US" sz="3000" kern="1200"/>
        </a:p>
      </dsp:txBody>
      <dsp:txXfrm>
        <a:off x="0" y="779606"/>
        <a:ext cx="6666833" cy="778941"/>
      </dsp:txXfrm>
    </dsp:sp>
    <dsp:sp modelId="{051EC1FA-0698-4236-84CF-6624DD19F424}">
      <dsp:nvSpPr>
        <dsp:cNvPr id="0" name=""/>
        <dsp:cNvSpPr/>
      </dsp:nvSpPr>
      <dsp:spPr>
        <a:xfrm>
          <a:off x="0" y="1558548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6F52C4-3380-4028-948A-AAC5102CC452}">
      <dsp:nvSpPr>
        <dsp:cNvPr id="0" name=""/>
        <dsp:cNvSpPr/>
      </dsp:nvSpPr>
      <dsp:spPr>
        <a:xfrm>
          <a:off x="0" y="1558548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&lt;nav&gt; — меню навигации</a:t>
          </a:r>
          <a:endParaRPr lang="en-US" sz="3000" kern="1200"/>
        </a:p>
      </dsp:txBody>
      <dsp:txXfrm>
        <a:off x="0" y="1558548"/>
        <a:ext cx="6666833" cy="778941"/>
      </dsp:txXfrm>
    </dsp:sp>
    <dsp:sp modelId="{F8411705-CA70-4F8A-A09F-C0D9896912D2}">
      <dsp:nvSpPr>
        <dsp:cNvPr id="0" name=""/>
        <dsp:cNvSpPr/>
      </dsp:nvSpPr>
      <dsp:spPr>
        <a:xfrm>
          <a:off x="0" y="2337489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DD8486B-0FF4-4524-A42F-A630FC941B66}">
      <dsp:nvSpPr>
        <dsp:cNvPr id="0" name=""/>
        <dsp:cNvSpPr/>
      </dsp:nvSpPr>
      <dsp:spPr>
        <a:xfrm>
          <a:off x="0" y="2337489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&lt;main&gt; — основное содержимое</a:t>
          </a:r>
          <a:endParaRPr lang="en-US" sz="3000" kern="1200"/>
        </a:p>
      </dsp:txBody>
      <dsp:txXfrm>
        <a:off x="0" y="2337489"/>
        <a:ext cx="6666833" cy="778941"/>
      </dsp:txXfrm>
    </dsp:sp>
    <dsp:sp modelId="{D06BC381-0E93-4668-AB1F-40FAABB17E0D}">
      <dsp:nvSpPr>
        <dsp:cNvPr id="0" name=""/>
        <dsp:cNvSpPr/>
      </dsp:nvSpPr>
      <dsp:spPr>
        <a:xfrm>
          <a:off x="0" y="3116430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DA56CB-4EF9-4FFF-AB35-428A2D6FC120}">
      <dsp:nvSpPr>
        <dsp:cNvPr id="0" name=""/>
        <dsp:cNvSpPr/>
      </dsp:nvSpPr>
      <dsp:spPr>
        <a:xfrm>
          <a:off x="0" y="3116430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&lt;section&gt; — раздел страницы</a:t>
          </a:r>
          <a:endParaRPr lang="en-US" sz="3000" kern="1200"/>
        </a:p>
      </dsp:txBody>
      <dsp:txXfrm>
        <a:off x="0" y="3116430"/>
        <a:ext cx="6666833" cy="778941"/>
      </dsp:txXfrm>
    </dsp:sp>
    <dsp:sp modelId="{6FA8DEBC-3FAC-4104-8710-AE83CEB77599}">
      <dsp:nvSpPr>
        <dsp:cNvPr id="0" name=""/>
        <dsp:cNvSpPr/>
      </dsp:nvSpPr>
      <dsp:spPr>
        <a:xfrm>
          <a:off x="0" y="389537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71B7BF-9BDC-41D5-AE0D-99A079B3D0FA}">
      <dsp:nvSpPr>
        <dsp:cNvPr id="0" name=""/>
        <dsp:cNvSpPr/>
      </dsp:nvSpPr>
      <dsp:spPr>
        <a:xfrm>
          <a:off x="0" y="3895371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&lt;footer&gt; — нижняя часть страницы</a:t>
          </a:r>
          <a:endParaRPr lang="en-US" sz="3000" kern="1200"/>
        </a:p>
      </dsp:txBody>
      <dsp:txXfrm>
        <a:off x="0" y="3895371"/>
        <a:ext cx="6666833" cy="778941"/>
      </dsp:txXfrm>
    </dsp:sp>
    <dsp:sp modelId="{3EEC60F7-28D7-4C31-B038-E4D84F6CC258}">
      <dsp:nvSpPr>
        <dsp:cNvPr id="0" name=""/>
        <dsp:cNvSpPr/>
      </dsp:nvSpPr>
      <dsp:spPr>
        <a:xfrm>
          <a:off x="0" y="4674313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C6E85E-40D3-4C48-B880-EAC251BD58AA}">
      <dsp:nvSpPr>
        <dsp:cNvPr id="0" name=""/>
        <dsp:cNvSpPr/>
      </dsp:nvSpPr>
      <dsp:spPr>
        <a:xfrm>
          <a:off x="0" y="4674313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Эти теги </a:t>
          </a:r>
          <a:r>
            <a:rPr lang="ru-RU" sz="3000" b="1" kern="1200"/>
            <a:t>заменяют обычные &lt;div&gt;</a:t>
          </a:r>
          <a:r>
            <a:rPr lang="ru-RU" sz="3000" kern="1200"/>
            <a:t>.</a:t>
          </a:r>
          <a:endParaRPr lang="en-US" sz="3000" kern="1200"/>
        </a:p>
      </dsp:txBody>
      <dsp:txXfrm>
        <a:off x="0" y="4674313"/>
        <a:ext cx="6666833" cy="7789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C261A-62C4-4864-978E-51CDF9308FC8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E9E6DE-E5BE-4059-9930-BCA6556D578D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&lt;header&gt; используется для:</a:t>
          </a:r>
          <a:endParaRPr lang="en-US" sz="3000" kern="1200"/>
        </a:p>
      </dsp:txBody>
      <dsp:txXfrm>
        <a:off x="0" y="665"/>
        <a:ext cx="6666833" cy="1090517"/>
      </dsp:txXfrm>
    </dsp:sp>
    <dsp:sp modelId="{3C5B53F0-18A5-4090-940B-8A08E6300B73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76466F6-1FDB-4F98-B760-D3A58611BB3D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названия сайта</a:t>
          </a:r>
          <a:endParaRPr lang="en-US" sz="3000" kern="1200"/>
        </a:p>
      </dsp:txBody>
      <dsp:txXfrm>
        <a:off x="0" y="1091183"/>
        <a:ext cx="6666833" cy="1090517"/>
      </dsp:txXfrm>
    </dsp:sp>
    <dsp:sp modelId="{4436C30E-F59A-433A-97E5-EEDF62D39276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49913F-8D17-486C-AFC0-303B09907B7F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логотипа</a:t>
          </a:r>
          <a:endParaRPr lang="en-US" sz="3000" kern="1200"/>
        </a:p>
      </dsp:txBody>
      <dsp:txXfrm>
        <a:off x="0" y="2181701"/>
        <a:ext cx="6666833" cy="1090517"/>
      </dsp:txXfrm>
    </dsp:sp>
    <dsp:sp modelId="{3190B89F-5F77-46EA-9487-72C0A38B2555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55BD814-4F88-4149-BF7B-92F491FB0A1A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информации о странице</a:t>
          </a:r>
          <a:endParaRPr lang="en-US" sz="3000" kern="1200"/>
        </a:p>
      </dsp:txBody>
      <dsp:txXfrm>
        <a:off x="0" y="3272218"/>
        <a:ext cx="6666833" cy="1090517"/>
      </dsp:txXfrm>
    </dsp:sp>
    <dsp:sp modelId="{8D706EE4-0CA4-4CEA-9598-18189841B5C6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6ACCAE-E150-4A8B-970E-C804C3D97AE6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Обычно находится вверху страницы.</a:t>
          </a:r>
          <a:endParaRPr lang="en-US" sz="3000" kern="1200"/>
        </a:p>
      </dsp:txBody>
      <dsp:txXfrm>
        <a:off x="0" y="4362736"/>
        <a:ext cx="6666833" cy="10905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C33831-254D-4776-AF58-78160A68DA44}">
      <dsp:nvSpPr>
        <dsp:cNvPr id="0" name=""/>
        <dsp:cNvSpPr/>
      </dsp:nvSpPr>
      <dsp:spPr>
        <a:xfrm>
          <a:off x="0" y="257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&lt;nav&gt; — навигационное меню.</a:t>
          </a:r>
          <a:endParaRPr lang="en-US" sz="3200" kern="1200"/>
        </a:p>
      </dsp:txBody>
      <dsp:txXfrm>
        <a:off x="38381" y="64129"/>
        <a:ext cx="10438838" cy="709478"/>
      </dsp:txXfrm>
    </dsp:sp>
    <dsp:sp modelId="{FCC80E11-3AB5-465E-BFA3-3AD959D4ACA4}">
      <dsp:nvSpPr>
        <dsp:cNvPr id="0" name=""/>
        <dsp:cNvSpPr/>
      </dsp:nvSpPr>
      <dsp:spPr>
        <a:xfrm>
          <a:off x="0" y="9041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Внутри находятся ссылки:</a:t>
          </a:r>
          <a:endParaRPr lang="en-US" sz="3200" kern="1200"/>
        </a:p>
      </dsp:txBody>
      <dsp:txXfrm>
        <a:off x="38381" y="942529"/>
        <a:ext cx="10438838" cy="709478"/>
      </dsp:txXfrm>
    </dsp:sp>
    <dsp:sp modelId="{6ECFE7AD-37B4-4336-8E29-95922D7E7EDD}">
      <dsp:nvSpPr>
        <dsp:cNvPr id="0" name=""/>
        <dsp:cNvSpPr/>
      </dsp:nvSpPr>
      <dsp:spPr>
        <a:xfrm>
          <a:off x="0" y="17825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на разделы сайта</a:t>
          </a:r>
          <a:endParaRPr lang="en-US" sz="3200" kern="1200"/>
        </a:p>
      </dsp:txBody>
      <dsp:txXfrm>
        <a:off x="38381" y="1820930"/>
        <a:ext cx="10438838" cy="709478"/>
      </dsp:txXfrm>
    </dsp:sp>
    <dsp:sp modelId="{73D6903A-33C4-41C1-9DCF-898303C7AAEE}">
      <dsp:nvSpPr>
        <dsp:cNvPr id="0" name=""/>
        <dsp:cNvSpPr/>
      </dsp:nvSpPr>
      <dsp:spPr>
        <a:xfrm>
          <a:off x="0" y="26609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на другие страницы</a:t>
          </a:r>
          <a:endParaRPr lang="en-US" sz="3200" kern="1200"/>
        </a:p>
      </dsp:txBody>
      <dsp:txXfrm>
        <a:off x="38381" y="2699330"/>
        <a:ext cx="10438838" cy="709478"/>
      </dsp:txXfrm>
    </dsp:sp>
    <dsp:sp modelId="{75136238-EF16-4940-A2F3-D9055839E358}">
      <dsp:nvSpPr>
        <dsp:cNvPr id="0" name=""/>
        <dsp:cNvSpPr/>
      </dsp:nvSpPr>
      <dsp:spPr>
        <a:xfrm>
          <a:off x="0" y="35393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Помогает пользователю ориентироваться.</a:t>
          </a:r>
          <a:endParaRPr lang="en-US" sz="3200" kern="1200"/>
        </a:p>
      </dsp:txBody>
      <dsp:txXfrm>
        <a:off x="38381" y="3577730"/>
        <a:ext cx="10438838" cy="7094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DC76E2-80C5-4D9A-99DB-90C6C3B8D687}">
      <dsp:nvSpPr>
        <dsp:cNvPr id="0" name=""/>
        <dsp:cNvSpPr/>
      </dsp:nvSpPr>
      <dsp:spPr>
        <a:xfrm>
          <a:off x="0" y="704209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&lt;section&gt; — логический раздел страницы.</a:t>
          </a:r>
          <a:endParaRPr lang="en-US" sz="2500" kern="1200"/>
        </a:p>
      </dsp:txBody>
      <dsp:txXfrm>
        <a:off x="29985" y="734194"/>
        <a:ext cx="6606863" cy="554280"/>
      </dsp:txXfrm>
    </dsp:sp>
    <dsp:sp modelId="{0200C625-9E5E-4513-8401-A9CF989C9004}">
      <dsp:nvSpPr>
        <dsp:cNvPr id="0" name=""/>
        <dsp:cNvSpPr/>
      </dsp:nvSpPr>
      <dsp:spPr>
        <a:xfrm>
          <a:off x="0" y="1390459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Используется для:</a:t>
          </a:r>
          <a:endParaRPr lang="en-US" sz="2500" kern="1200"/>
        </a:p>
      </dsp:txBody>
      <dsp:txXfrm>
        <a:off x="29985" y="1420444"/>
        <a:ext cx="6606863" cy="554280"/>
      </dsp:txXfrm>
    </dsp:sp>
    <dsp:sp modelId="{92A7435E-319C-4927-93FC-AA737E0C3825}">
      <dsp:nvSpPr>
        <dsp:cNvPr id="0" name=""/>
        <dsp:cNvSpPr/>
      </dsp:nvSpPr>
      <dsp:spPr>
        <a:xfrm>
          <a:off x="0" y="2076710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блока «О школе»</a:t>
          </a:r>
          <a:endParaRPr lang="en-US" sz="2500" kern="1200"/>
        </a:p>
      </dsp:txBody>
      <dsp:txXfrm>
        <a:off x="29985" y="2106695"/>
        <a:ext cx="6606863" cy="554280"/>
      </dsp:txXfrm>
    </dsp:sp>
    <dsp:sp modelId="{9E542563-8BD3-4FD7-AD43-69EB31E38D24}">
      <dsp:nvSpPr>
        <dsp:cNvPr id="0" name=""/>
        <dsp:cNvSpPr/>
      </dsp:nvSpPr>
      <dsp:spPr>
        <a:xfrm>
          <a:off x="0" y="2762960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блока «Новости»</a:t>
          </a:r>
          <a:endParaRPr lang="en-US" sz="2500" kern="1200"/>
        </a:p>
      </dsp:txBody>
      <dsp:txXfrm>
        <a:off x="29985" y="2792945"/>
        <a:ext cx="6606863" cy="554280"/>
      </dsp:txXfrm>
    </dsp:sp>
    <dsp:sp modelId="{A0B99AB5-CF24-47AB-B307-6413B7804876}">
      <dsp:nvSpPr>
        <dsp:cNvPr id="0" name=""/>
        <dsp:cNvSpPr/>
      </dsp:nvSpPr>
      <dsp:spPr>
        <a:xfrm>
          <a:off x="0" y="3449210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блока «Контакты»</a:t>
          </a:r>
          <a:endParaRPr lang="en-US" sz="2500" kern="1200"/>
        </a:p>
      </dsp:txBody>
      <dsp:txXfrm>
        <a:off x="29985" y="3479195"/>
        <a:ext cx="6606863" cy="554280"/>
      </dsp:txXfrm>
    </dsp:sp>
    <dsp:sp modelId="{27297886-8FC8-4B15-8004-E1CA8B1C34C8}">
      <dsp:nvSpPr>
        <dsp:cNvPr id="0" name=""/>
        <dsp:cNvSpPr/>
      </dsp:nvSpPr>
      <dsp:spPr>
        <a:xfrm>
          <a:off x="0" y="4135460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Каждый &lt;section&gt; обычно имеет заголовок.</a:t>
          </a:r>
          <a:endParaRPr lang="en-US" sz="2500" kern="1200"/>
        </a:p>
      </dsp:txBody>
      <dsp:txXfrm>
        <a:off x="29985" y="4165445"/>
        <a:ext cx="6606863" cy="5542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067F31-7BEF-48A0-A30A-E129635275C9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72AD49-ADC1-4DAC-85A7-5FD4387911D8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/>
            <a:t>&lt;footer&gt; — нижняя часть страницы.</a:t>
          </a:r>
          <a:endParaRPr lang="en-US" sz="3100" kern="1200"/>
        </a:p>
      </dsp:txBody>
      <dsp:txXfrm>
        <a:off x="0" y="2663"/>
        <a:ext cx="6666833" cy="908098"/>
      </dsp:txXfrm>
    </dsp:sp>
    <dsp:sp modelId="{B05AAE3E-1B55-4844-8BEA-8B40FE945A7E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0F823B-95CA-43B3-806D-AD98C344991D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/>
            <a:t>Содержит:</a:t>
          </a:r>
          <a:endParaRPr lang="en-US" sz="3100" kern="1200"/>
        </a:p>
      </dsp:txBody>
      <dsp:txXfrm>
        <a:off x="0" y="910762"/>
        <a:ext cx="6666833" cy="908098"/>
      </dsp:txXfrm>
    </dsp:sp>
    <dsp:sp modelId="{DAC53835-44EF-4839-8B44-FF26D13F509F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B6288C0-79C6-458F-BB3D-09AE746517FD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/>
            <a:t>авторство</a:t>
          </a:r>
          <a:endParaRPr lang="en-US" sz="3100" kern="1200"/>
        </a:p>
      </dsp:txBody>
      <dsp:txXfrm>
        <a:off x="0" y="1818861"/>
        <a:ext cx="6666833" cy="908098"/>
      </dsp:txXfrm>
    </dsp:sp>
    <dsp:sp modelId="{01E87752-1344-489E-95E2-772DEEAF1DCF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B6A047-60F1-496C-BFC8-6BF957B4EBDF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/>
            <a:t>год</a:t>
          </a:r>
          <a:endParaRPr lang="en-US" sz="3100" kern="1200"/>
        </a:p>
      </dsp:txBody>
      <dsp:txXfrm>
        <a:off x="0" y="2726960"/>
        <a:ext cx="6666833" cy="908098"/>
      </dsp:txXfrm>
    </dsp:sp>
    <dsp:sp modelId="{E4CD99E6-CB36-49D4-9CD9-070DE0BC2A55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73C745-4B28-4E51-907E-1BD7D8428D9F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/>
            <a:t>контакты</a:t>
          </a:r>
          <a:endParaRPr lang="en-US" sz="3100" kern="1200"/>
        </a:p>
      </dsp:txBody>
      <dsp:txXfrm>
        <a:off x="0" y="3635058"/>
        <a:ext cx="6666833" cy="908098"/>
      </dsp:txXfrm>
    </dsp:sp>
    <dsp:sp modelId="{7B45DB16-25C7-4CFD-B0A2-51052C2C45C4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0763CC4-A8F0-406A-86DB-46C738B679F2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/>
            <a:t>дополнительную информацию</a:t>
          </a:r>
          <a:endParaRPr lang="en-US" sz="3100" kern="1200"/>
        </a:p>
      </dsp:txBody>
      <dsp:txXfrm>
        <a:off x="0" y="4543157"/>
        <a:ext cx="6666833" cy="9080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4E5C83-D3FF-4BF2-BBD7-690862EA23EC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98C1C0-7377-4FBA-AB49-6B57AE62AFAD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С помощью CSS можно форматировать </a:t>
          </a:r>
          <a:r>
            <a:rPr lang="ru-RU" sz="2500" b="1" kern="1200"/>
            <a:t>целые блоки</a:t>
          </a:r>
          <a:r>
            <a:rPr lang="ru-RU" sz="2500" kern="1200"/>
            <a:t>:</a:t>
          </a:r>
          <a:endParaRPr lang="en-US" sz="2500" kern="1200"/>
        </a:p>
      </dsp:txBody>
      <dsp:txXfrm>
        <a:off x="0" y="2663"/>
        <a:ext cx="6666833" cy="908098"/>
      </dsp:txXfrm>
    </dsp:sp>
    <dsp:sp modelId="{734F017A-15CC-4D55-AFF5-A73C9EA4971E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A1FE9E-F76C-4443-8584-5949443B22B7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цвет фона</a:t>
          </a:r>
          <a:endParaRPr lang="en-US" sz="2500" kern="1200"/>
        </a:p>
      </dsp:txBody>
      <dsp:txXfrm>
        <a:off x="0" y="910762"/>
        <a:ext cx="6666833" cy="908098"/>
      </dsp:txXfrm>
    </dsp:sp>
    <dsp:sp modelId="{14490C37-FD76-459B-A7D6-98B52B4AC496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BED1A9-7221-45A9-BD6B-D78DA34F0039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отступы</a:t>
          </a:r>
          <a:endParaRPr lang="en-US" sz="2500" kern="1200"/>
        </a:p>
      </dsp:txBody>
      <dsp:txXfrm>
        <a:off x="0" y="1818861"/>
        <a:ext cx="6666833" cy="908098"/>
      </dsp:txXfrm>
    </dsp:sp>
    <dsp:sp modelId="{F213245B-BC95-4A90-9A04-DFB4241D9EA7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F97B44-CA7C-451D-9B6D-227CB524B9AA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рамки</a:t>
          </a:r>
          <a:endParaRPr lang="en-US" sz="2500" kern="1200"/>
        </a:p>
      </dsp:txBody>
      <dsp:txXfrm>
        <a:off x="0" y="2726960"/>
        <a:ext cx="6666833" cy="908098"/>
      </dsp:txXfrm>
    </dsp:sp>
    <dsp:sp modelId="{851834E2-453C-44C5-8FBD-99478F2B195B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920CD4-F20A-4F6C-B1FC-34D7058BB925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скругление углов</a:t>
          </a:r>
          <a:endParaRPr lang="en-US" sz="2500" kern="1200"/>
        </a:p>
      </dsp:txBody>
      <dsp:txXfrm>
        <a:off x="0" y="3635058"/>
        <a:ext cx="6666833" cy="908098"/>
      </dsp:txXfrm>
    </dsp:sp>
    <dsp:sp modelId="{6F5A8014-84D1-4C34-92DC-B688196BD234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EDE1B17-7B0F-47AE-97A7-AB319F2CA7F7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Это делает страницу аккуратной и современной.</a:t>
          </a:r>
          <a:endParaRPr lang="en-US" sz="2500" kern="1200"/>
        </a:p>
      </dsp:txBody>
      <dsp:txXfrm>
        <a:off x="0" y="4543157"/>
        <a:ext cx="6666833" cy="9080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BD662-9FBE-B717-41AA-099292E22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BFA311-7A95-B5D8-9F38-CC824A948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F1ACC7-F5EA-365E-7EDC-AC65D4D76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36C4-66EF-4A40-8C4A-B4EA4CDE1E64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71D44C-C7A6-25A1-5E8D-46457D566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11DE52-DC79-DCDB-A2C2-8BFCB2B8B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33897-204E-4186-980D-414612358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670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59F609-EF59-DE7C-F3B0-C32B6299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4F02A5-248B-B0A4-6A2A-6CFB7DBE1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B5D6E7-2A72-26EF-A4B9-BC22BEF92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36C4-66EF-4A40-8C4A-B4EA4CDE1E64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67AB5B-C80D-A441-6EE3-715671E5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5AB40C-386F-C46A-8754-C66070D3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33897-204E-4186-980D-414612358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553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9CC93A-07F8-3FEE-AADE-D3321B78C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F24F7C-6CDB-4208-E9D2-35E5C2537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80DCAF-1046-2C36-7CF5-FED8F1197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36C4-66EF-4A40-8C4A-B4EA4CDE1E64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C365CC-552F-03A8-DF18-DBC5755E1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16D1B6-643A-98B5-006D-6A97B6D50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33897-204E-4186-980D-414612358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64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E927C-C4ED-5373-85DD-59DCB3CD7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D9DCE1-B180-8F36-4C00-5361E8444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DD9613-1C8C-1C0B-348C-AD89DC617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23E95B-81EE-6A83-BBD6-C38EABAE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36C4-66EF-4A40-8C4A-B4EA4CDE1E64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198DB0-9CC6-9625-08B1-09B78F7D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56935E-0DF1-32AE-D748-05DB53BDE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33897-204E-4186-980D-414612358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830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179E5-EA58-86D6-376B-58EC831FF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B5C36C-794A-1967-9346-7303A4AA8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2F6867-27E5-F4F6-B656-B75345A86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FDA5FF1-4F7F-22BD-F516-88428D8CE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D40100C-D9A3-D1A7-19B4-1E45A8A12F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5596D6-E51F-946D-27BA-6279A963E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36C4-66EF-4A40-8C4A-B4EA4CDE1E64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8CCFF54-4B2F-71B9-329B-ECFB75454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AE6C77-44F8-578D-C636-94AD14FAC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33897-204E-4186-980D-414612358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193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6CB55F-C638-CE65-8CB7-D1E10AA82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29977EE-38BF-071F-B303-640A00DB2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36C4-66EF-4A40-8C4A-B4EA4CDE1E64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A665F6F-7FE7-7C42-CEA5-B302B5AE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3F5A39-47B9-011E-7B99-51BCE6D7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33897-204E-4186-980D-414612358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853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D641D94-F290-DC67-FD7F-010AAE36B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36C4-66EF-4A40-8C4A-B4EA4CDE1E64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2859E3-EFDC-077D-D4AF-C73B8A1D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8005FA-65E2-014A-AD21-854A9363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33897-204E-4186-980D-414612358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4053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67EB5-A800-6931-396C-6F401FA7D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A7A0EF-2575-CC27-88DA-C1678BDCB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AFFBA8-5157-DB84-9BBA-75049D19A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FE5C78-4CF7-F0D0-2798-A428B53A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36C4-66EF-4A40-8C4A-B4EA4CDE1E64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90F035-27BB-F120-3B70-4381A68A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78C6F8-B1A2-69BE-09A2-BFB81EA2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33897-204E-4186-980D-414612358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509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64E8E-63E8-C287-DBB5-44351E708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0EA26DB-8A26-BD46-7585-999E38367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CF99A7-D01A-D884-031A-BA1518B77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FFE258-9C45-6EB2-158D-2C9FC3DFB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36C4-66EF-4A40-8C4A-B4EA4CDE1E64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5BBAAE-1C10-3E39-4D57-1267FFEE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E94208-900F-7EB1-3398-20CA6C46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33897-204E-4186-980D-414612358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333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E517CE-B73E-9452-4824-0F0DCBCDC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636DC2-AB79-DFFD-3BA9-58ABE113B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B7DAC7-25FB-A8C4-CCCB-82E954C05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36C4-66EF-4A40-8C4A-B4EA4CDE1E64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C00939-0011-4C74-75AD-42323192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D7E4E3-5E3A-745B-2E40-E041C673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33897-204E-4186-980D-414612358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88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BCDF338-5BE9-DD8A-54CF-7E3D98F5A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4489BC-E1FE-C78C-2735-6DA3708E4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98A12D-8B90-6E8D-FB50-76164A4E2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36C4-66EF-4A40-8C4A-B4EA4CDE1E64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05FCEC-CD8B-971D-E1E0-36A26E077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D33DA1-2652-0B70-AED1-631CA276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33897-204E-4186-980D-414612358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370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7DEDE9-41FE-5238-F8B0-C3CB9A852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EB3A8C-9631-20CE-8EC7-5E4E5B5AB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CA49E1-B738-E8DB-5557-EB40978D6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336C4-66EF-4A40-8C4A-B4EA4CDE1E64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6CD093-812F-16CA-AA7C-7C19B4E6C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5D3652-4E66-335E-8639-234EA6AF2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33897-204E-4186-980D-414612358C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353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Компьютерный скрипт на экране">
            <a:extLst>
              <a:ext uri="{FF2B5EF4-FFF2-40B4-BE49-F238E27FC236}">
                <a16:creationId xmlns:a16="http://schemas.microsoft.com/office/drawing/2014/main" id="{8CDAA7CB-2159-4F86-1549-1111F6379E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981" b="975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9B6744-CE74-2265-7395-EC9F0F6B1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ru-RU" b="1">
                <a:solidFill>
                  <a:srgbClr val="FFFFFF"/>
                </a:solidFill>
              </a:rPr>
              <a:t>Форматирование HTML: новые теги</a:t>
            </a:r>
            <a:br>
              <a:rPr lang="ru-RU">
                <a:solidFill>
                  <a:srgbClr val="FFFFFF"/>
                </a:solidFill>
              </a:rPr>
            </a:br>
            <a:endParaRPr lang="ru-RU">
              <a:solidFill>
                <a:srgbClr val="FFFFF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7CF407-58E3-E2E2-4604-C4FA421B8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FFFF"/>
                </a:solidFill>
              </a:rPr>
              <a:t>Информатика, 9 класс</a:t>
            </a:r>
            <a:br>
              <a:rPr lang="ru-RU" dirty="0">
                <a:solidFill>
                  <a:srgbClr val="FFFFFF"/>
                </a:solidFill>
              </a:rPr>
            </a:br>
            <a:r>
              <a:rPr lang="ru-RU" dirty="0">
                <a:solidFill>
                  <a:srgbClr val="FFFFFF"/>
                </a:solidFill>
              </a:rPr>
              <a:t>HTML5 — современная разметка веб‑страниц</a:t>
            </a:r>
          </a:p>
          <a:p>
            <a:endParaRPr lang="ru-RU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556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4BEB6C84-60D5-699E-3449-F918853B07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88839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028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0D7273-C313-4F61-560D-191BFC553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u-RU" sz="3100" b="1">
                <a:solidFill>
                  <a:srgbClr val="FFFFFF"/>
                </a:solidFill>
              </a:rPr>
              <a:t>Семантические теги HTML</a:t>
            </a:r>
            <a:endParaRPr lang="ru-RU" sz="3100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449CE81A-953B-FD2B-6214-79EAAC6F4D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450000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9274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A5E30-CBBD-C573-E708-50B77C299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</a:rPr>
              <a:t>Тег &lt;header&gt;</a:t>
            </a:r>
            <a:endParaRPr lang="ru-RU" sz="4000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5A217352-BD69-E5AA-2049-71FD27BD6A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041699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2960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73F5FE-A014-3CDD-469F-14831A167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Тег &lt;nav&gt;</a:t>
            </a:r>
            <a:endParaRPr lang="ru-RU" dirty="0"/>
          </a:p>
        </p:txBody>
      </p:sp>
      <p:graphicFrame>
        <p:nvGraphicFramePr>
          <p:cNvPr id="40" name="Объект 2">
            <a:extLst>
              <a:ext uri="{FF2B5EF4-FFF2-40B4-BE49-F238E27FC236}">
                <a16:creationId xmlns:a16="http://schemas.microsoft.com/office/drawing/2014/main" id="{D05D644D-6F1A-64C5-4335-69F84A83D5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9072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00ACC-1AF1-7B9A-0BEF-4878F0FD2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</a:rPr>
              <a:t>Тег &lt;section&gt;</a:t>
            </a:r>
            <a:endParaRPr lang="ru-RU" sz="4000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449B0F48-C2D5-DECF-8776-00ACC72995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27884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2916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60254-03E3-9529-025B-D87C1909A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</a:rPr>
              <a:t>Тег &lt;footer&gt;</a:t>
            </a:r>
            <a:br>
              <a:rPr lang="ru-RU" sz="4000">
                <a:solidFill>
                  <a:srgbClr val="FFFFFF"/>
                </a:solidFill>
              </a:rPr>
            </a:br>
            <a:endParaRPr lang="ru-RU" sz="4000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99321058-2C18-2170-6160-812D2F42BE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38570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6834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AF0203-9E15-474A-BBE4-5E62B59D5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u-RU" sz="2800" b="1">
                <a:solidFill>
                  <a:srgbClr val="FFFFFF"/>
                </a:solidFill>
              </a:rPr>
              <a:t>Форматирование блоков (CSS)</a:t>
            </a:r>
            <a:br>
              <a:rPr lang="ru-RU" sz="2800">
                <a:solidFill>
                  <a:srgbClr val="FFFFFF"/>
                </a:solidFill>
              </a:rPr>
            </a:br>
            <a:endParaRPr lang="ru-RU" sz="2800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626B855C-D1CD-6230-3672-9EC10E1855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834926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3943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Рисунки в цветовой бумаге">
            <a:extLst>
              <a:ext uri="{FF2B5EF4-FFF2-40B4-BE49-F238E27FC236}">
                <a16:creationId xmlns:a16="http://schemas.microsoft.com/office/drawing/2014/main" id="{D866017E-7ED1-08D2-D86E-5BB5E06414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39" r="30495" b="-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A40F3B-E300-3B7F-F5FA-79ED369C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ru-RU" sz="4000" b="1"/>
              <a:t>Формы и тег &lt;form&gt;</a:t>
            </a:r>
            <a:br>
              <a:rPr lang="ru-RU" sz="4000"/>
            </a:br>
            <a:endParaRPr lang="ru-RU" sz="40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BBDE65-C8AE-C0D3-17A1-6E12A1EE9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15" y="2884929"/>
            <a:ext cx="5024742" cy="337413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400" dirty="0"/>
              <a:t>Формы нужны для ввода данных.</a:t>
            </a:r>
          </a:p>
          <a:p>
            <a:pPr marL="0" indent="0">
              <a:buNone/>
            </a:pPr>
            <a:r>
              <a:rPr lang="ru-RU" sz="2400" dirty="0"/>
              <a:t>Примеры:</a:t>
            </a:r>
          </a:p>
          <a:p>
            <a:pPr marL="0" lvl="0" indent="0">
              <a:buNone/>
            </a:pPr>
            <a:r>
              <a:rPr lang="ru-RU" sz="2400" dirty="0"/>
              <a:t>имя</a:t>
            </a:r>
          </a:p>
          <a:p>
            <a:pPr marL="0" lvl="0" indent="0">
              <a:buNone/>
            </a:pPr>
            <a:r>
              <a:rPr lang="ru-RU" sz="2400" dirty="0"/>
              <a:t>сообщение</a:t>
            </a:r>
          </a:p>
          <a:p>
            <a:pPr marL="0" lvl="0" indent="0">
              <a:buNone/>
            </a:pPr>
            <a:r>
              <a:rPr lang="ru-RU" sz="2400" dirty="0"/>
              <a:t>поиск</a:t>
            </a:r>
          </a:p>
          <a:p>
            <a:pPr marL="0" indent="0">
              <a:buNone/>
            </a:pPr>
            <a:r>
              <a:rPr lang="ru-RU" sz="2400" dirty="0"/>
              <a:t>Форма — основа общения пользователя с сайтом.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8411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5DD31-A4EC-73D3-D03F-95B04884D1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285" b="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57F6A0-9173-4B6F-5028-7CC3B9F7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ru-RU" sz="4000" b="1"/>
              <a:t>Элементы формы</a:t>
            </a:r>
            <a:br>
              <a:rPr lang="ru-RU" sz="4000"/>
            </a:br>
            <a:endParaRPr lang="ru-RU" sz="40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007854-9181-697A-ABB4-3E7129A29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057" y="2884929"/>
            <a:ext cx="5076500" cy="337413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Основные элементы формы:</a:t>
            </a:r>
          </a:p>
          <a:p>
            <a:pPr marL="0" lvl="0" indent="0">
              <a:buNone/>
            </a:pPr>
            <a:r>
              <a:rPr lang="ru-RU" sz="2400" b="1" dirty="0"/>
              <a:t>&lt;</a:t>
            </a:r>
            <a:r>
              <a:rPr lang="ru-RU" sz="2400" b="1" dirty="0" err="1"/>
              <a:t>input</a:t>
            </a:r>
            <a:r>
              <a:rPr lang="ru-RU" sz="2400" b="1" dirty="0"/>
              <a:t>&gt; — поле ввода</a:t>
            </a:r>
          </a:p>
          <a:p>
            <a:pPr marL="0" lvl="0" indent="0">
              <a:buNone/>
            </a:pPr>
            <a:r>
              <a:rPr lang="ru-RU" sz="2400" b="1" dirty="0"/>
              <a:t>&lt;</a:t>
            </a:r>
            <a:r>
              <a:rPr lang="ru-RU" sz="2400" b="1" dirty="0" err="1"/>
              <a:t>textarea</a:t>
            </a:r>
            <a:r>
              <a:rPr lang="ru-RU" sz="2400" b="1" dirty="0"/>
              <a:t>&gt; — большое поле текста</a:t>
            </a:r>
          </a:p>
          <a:p>
            <a:pPr marL="0" lvl="0" indent="0">
              <a:buNone/>
            </a:pPr>
            <a:r>
              <a:rPr lang="ru-RU" sz="2400" b="1" dirty="0"/>
              <a:t>&lt;</a:t>
            </a:r>
            <a:r>
              <a:rPr lang="ru-RU" sz="2400" b="1" dirty="0" err="1"/>
              <a:t>button</a:t>
            </a:r>
            <a:r>
              <a:rPr lang="ru-RU" sz="2400" b="1" dirty="0"/>
              <a:t>&gt; — кнопка</a:t>
            </a:r>
          </a:p>
          <a:p>
            <a:pPr marL="0" indent="0">
              <a:buNone/>
            </a:pPr>
            <a:r>
              <a:rPr lang="ru-RU" sz="2400" b="1" dirty="0"/>
              <a:t>Используются в контактах и анкетах.</a:t>
            </a:r>
          </a:p>
          <a:p>
            <a:pPr marL="0" indent="0">
              <a:buNone/>
            </a:pP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957612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63ADF9-699C-3FAD-23DC-7874EEB33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ru-RU" sz="5400" b="1"/>
              <a:t>Почему важно форматирование</a:t>
            </a:r>
            <a:endParaRPr lang="ru-RU" sz="5400"/>
          </a:p>
        </p:txBody>
      </p:sp>
      <p:pic>
        <p:nvPicPr>
          <p:cNvPr id="5" name="Picture 4" descr="Компьютерный скрипт на экране">
            <a:extLst>
              <a:ext uri="{FF2B5EF4-FFF2-40B4-BE49-F238E27FC236}">
                <a16:creationId xmlns:a16="http://schemas.microsoft.com/office/drawing/2014/main" id="{D46C8665-EB89-C5CB-E29F-CD24A858E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65" r="50490" b="-2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0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7F2079-3417-800D-A4D5-C1AF40899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Форматирование:</a:t>
            </a:r>
          </a:p>
          <a:p>
            <a:pPr marL="0" lvl="0" indent="0">
              <a:buNone/>
            </a:pPr>
            <a:r>
              <a:rPr lang="ru-RU" sz="2200" b="1" dirty="0"/>
              <a:t>улучшает внешний вид</a:t>
            </a:r>
          </a:p>
          <a:p>
            <a:pPr marL="0" lvl="0" indent="0">
              <a:buNone/>
            </a:pPr>
            <a:r>
              <a:rPr lang="ru-RU" sz="2200" b="1" dirty="0"/>
              <a:t>делает сайт понятным</a:t>
            </a:r>
          </a:p>
          <a:p>
            <a:pPr marL="0" lvl="0" indent="0">
              <a:buNone/>
            </a:pPr>
            <a:r>
              <a:rPr lang="ru-RU" sz="2200" b="1" dirty="0"/>
              <a:t>повышает удобство пользователя</a:t>
            </a:r>
          </a:p>
          <a:p>
            <a:pPr marL="0" indent="0">
              <a:buNone/>
            </a:pPr>
            <a:r>
              <a:rPr lang="ru-RU" sz="2200" b="1" dirty="0"/>
              <a:t>Даже простой сайт выглядит профессионально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059109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F8165-7CA7-CAFF-F605-B3B33757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C0084D-E704-8DB8-8B98-C1C37D9CB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53087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288</Words>
  <Application>Microsoft Office PowerPoint</Application>
  <PresentationFormat>Широкоэкранный</PresentationFormat>
  <Paragraphs>67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Тема Office</vt:lpstr>
      <vt:lpstr>Форматирование HTML: новые теги </vt:lpstr>
      <vt:lpstr>Презентация PowerPoint</vt:lpstr>
      <vt:lpstr>Семантические теги HTML</vt:lpstr>
      <vt:lpstr>Тег &lt;header&gt;</vt:lpstr>
      <vt:lpstr>Тег &lt;nav&gt;</vt:lpstr>
      <vt:lpstr>Тег &lt;section&gt;</vt:lpstr>
      <vt:lpstr>Тег &lt;footer&gt; </vt:lpstr>
      <vt:lpstr>Форматирование блоков (CSS) </vt:lpstr>
      <vt:lpstr>Формы и тег &lt;form&gt; </vt:lpstr>
      <vt:lpstr>Элементы формы </vt:lpstr>
      <vt:lpstr>Почему важно форматирование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Мусоев Мухаммадчон Насимчонович</dc:creator>
  <cp:lastModifiedBy>Мусоев Мухаммадчон Насимчонович</cp:lastModifiedBy>
  <cp:revision>2</cp:revision>
  <dcterms:created xsi:type="dcterms:W3CDTF">2026-02-27T02:57:54Z</dcterms:created>
  <dcterms:modified xsi:type="dcterms:W3CDTF">2026-03-01T03:15:43Z</dcterms:modified>
</cp:coreProperties>
</file>